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5.xml" ContentType="application/vnd.openxmlformats-officedocument.presentationml.notesSlide+xml"/>
  <Override PartName="/ppt/charts/chart4.xml" ContentType="application/vnd.openxmlformats-officedocument.drawingml.chart+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99" r:id="rId5"/>
    <p:sldId id="289" r:id="rId6"/>
    <p:sldId id="294" r:id="rId7"/>
    <p:sldId id="291" r:id="rId8"/>
    <p:sldId id="297" r:id="rId9"/>
    <p:sldId id="301" r:id="rId10"/>
    <p:sldId id="302" r:id="rId11"/>
    <p:sldId id="303" r:id="rId12"/>
    <p:sldId id="312" r:id="rId13"/>
    <p:sldId id="306" r:id="rId14"/>
    <p:sldId id="304" r:id="rId15"/>
    <p:sldId id="305" r:id="rId16"/>
    <p:sldId id="307" r:id="rId17"/>
    <p:sldId id="309" r:id="rId18"/>
    <p:sldId id="298" r:id="rId19"/>
    <p:sldId id="266" r:id="rId20"/>
    <p:sldId id="267" r:id="rId21"/>
    <p:sldId id="268" r:id="rId22"/>
    <p:sldId id="313" r:id="rId39"/>
    <p:sldId id="314" r:id="rId40"/>
    <p:sldId id="315" r:id="rId41"/>
    <p:sldId id="269" r:id="rId23"/>
    <p:sldId id="270" r:id="rId24"/>
    <p:sldId id="271" r:id="rId25"/>
    <p:sldId id="273" r:id="rId26"/>
    <p:sldId id="274" r:id="rId27"/>
    <p:sldId id="275" r:id="rId28"/>
    <p:sldId id="276" r:id="rId29"/>
    <p:sldId id="277" r:id="rId30"/>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  <Relationship Id="rId39" Type="http://schemas.openxmlformats.org/officeDocument/2006/relationships/slide" Target="slides/slide27.xml"/>
  <Relationship Id="rId40" Type="http://schemas.openxmlformats.org/officeDocument/2006/relationships/slide" Target="slides/slide28.xml"/>
  <Relationship Id="rId41" Type="http://schemas.openxmlformats.org/officeDocument/2006/relationships/slide" Target="slides/slide29.xml"/>
</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3"/>
    </mc:Choice>
    <mc:Fallback>
      <c:style val="3"/>
    </mc:Fallback>
  </mc:AlternateContent>
  <c:chart>
    <c:title>
      <c:overlay val="0"/>
      <c:spPr>
        <a:noFill/>
        <a:ln>
          <a:noFill/>
        </a:ln>
        <a:effectLst/>
      </c:spPr>
      <c:txPr>
        <a:bodyPr rot="0" spcFirstLastPara="1" vertOverflow="ellipsis" vert="horz" wrap="square" anchor="ctr" anchorCtr="1"/>
        <a:lstStyle/>
        <a:p>
          <a:pPr>
            <a:defRPr sz="1080" b="1" i="0" u="none" strike="noStrike" kern="1200" baseline="0">
              <a:solidFill>
                <a:sysClr val="windowText" lastClr="000000"/>
              </a:solidFill>
              <a:latin typeface="+mn-lt"/>
              <a:ea typeface="+mn-ea"/>
              <a:cs typeface="+mn-cs"/>
            </a:defRPr>
          </a:pPr>
          <a:endParaRPr lang="de-DE"/>
        </a:p>
      </c:txPr>
    </c:title>
    <c:autoTitleDeleted val="0"/>
    <c:plotArea>
      <c:layout/>
      <c:barChart>
        <c:barDir val="bar"/>
        <c:grouping val="clustered"/>
        <c:varyColors val="0"/>
        <c:ser>
          <c:idx val="0"/>
          <c:order val="0"/>
          <c:tx>
            <c:strRef>
              <c:f>Musterdaten!$B$18</c:f>
              <c:strCache>
                <c:ptCount val="1"/>
                <c:pt idx="0">
                  <c:v>2010</c:v>
                </c:pt>
              </c:strCache>
            </c:strRef>
          </c:tx>
          <c:spPr>
            <a:solidFill>
              <a:schemeClr val="accent1">
                <a:shade val="47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Musterdaten!$B$19:$B$21</c:f>
              <c:numCache>
                <c:formatCode>0.0</c:formatCode>
                <c:ptCount val="3"/>
                <c:pt idx="0">
                  <c:v>4.3</c:v>
                </c:pt>
                <c:pt idx="1">
                  <c:v>2.5</c:v>
                </c:pt>
                <c:pt idx="2">
                  <c:v>3.5</c:v>
                </c:pt>
              </c:numCache>
            </c:numRef>
          </c:val>
          <c:extLst>
            <c:ext xmlns:c16="http://schemas.microsoft.com/office/drawing/2014/chart" uri="{C3380CC4-5D6E-409C-BE32-E72D297353CC}">
              <c16:uniqueId val="{00000000-3AAE-4BA1-8411-9A1864A59561}"/>
            </c:ext>
          </c:extLst>
        </c:ser>
        <c:ser>
          <c:idx val="1"/>
          <c:order val="1"/>
          <c:tx>
            <c:strRef>
              <c:f>Musterdaten!$C$18</c:f>
              <c:strCache>
                <c:ptCount val="1"/>
                <c:pt idx="0">
                  <c:v>2011</c:v>
                </c:pt>
              </c:strCache>
            </c:strRef>
          </c:tx>
          <c:spPr>
            <a:solidFill>
              <a:schemeClr val="accent1">
                <a:shade val="65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Musterdaten!$C$19:$C$21</c:f>
              <c:numCache>
                <c:formatCode>0.0</c:formatCode>
                <c:ptCount val="3"/>
                <c:pt idx="0">
                  <c:v>2.4</c:v>
                </c:pt>
                <c:pt idx="1">
                  <c:v>4.4000000000000004</c:v>
                </c:pt>
                <c:pt idx="2">
                  <c:v>1.8</c:v>
                </c:pt>
              </c:numCache>
            </c:numRef>
          </c:val>
          <c:extLst>
            <c:ext xmlns:c16="http://schemas.microsoft.com/office/drawing/2014/chart" uri="{C3380CC4-5D6E-409C-BE32-E72D297353CC}">
              <c16:uniqueId val="{00000001-3AAE-4BA1-8411-9A1864A59561}"/>
            </c:ext>
          </c:extLst>
        </c:ser>
        <c:ser>
          <c:idx val="2"/>
          <c:order val="2"/>
          <c:tx>
            <c:strRef>
              <c:f>Musterdaten!$D$18</c:f>
              <c:strCache>
                <c:ptCount val="1"/>
                <c:pt idx="0">
                  <c:v>2012</c:v>
                </c:pt>
              </c:strCache>
            </c:strRef>
          </c:tx>
          <c:spPr>
            <a:solidFill>
              <a:schemeClr val="accent1">
                <a:shade val="82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Musterdaten!$D$19:$D$21</c:f>
              <c:numCache>
                <c:formatCode>0.0</c:formatCode>
                <c:ptCount val="3"/>
                <c:pt idx="0">
                  <c:v>2</c:v>
                </c:pt>
                <c:pt idx="1">
                  <c:v>2</c:v>
                </c:pt>
                <c:pt idx="2">
                  <c:v>3</c:v>
                </c:pt>
              </c:numCache>
            </c:numRef>
          </c:val>
          <c:extLst>
            <c:ext xmlns:c16="http://schemas.microsoft.com/office/drawing/2014/chart" uri="{C3380CC4-5D6E-409C-BE32-E72D297353CC}">
              <c16:uniqueId val="{00000002-3AAE-4BA1-8411-9A1864A59561}"/>
            </c:ext>
          </c:extLst>
        </c:ser>
        <c:ser>
          <c:idx val="3"/>
          <c:order val="3"/>
          <c:tx>
            <c:strRef>
              <c:f>Musterdaten!$E$18</c:f>
              <c:strCache>
                <c:ptCount val="1"/>
                <c:pt idx="0">
                  <c:v>2013</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Musterdaten!$E$19:$E$21</c:f>
              <c:numCache>
                <c:formatCode>0.0</c:formatCode>
                <c:ptCount val="3"/>
                <c:pt idx="0">
                  <c:v>3</c:v>
                </c:pt>
                <c:pt idx="1">
                  <c:v>3</c:v>
                </c:pt>
                <c:pt idx="2">
                  <c:v>4.5</c:v>
                </c:pt>
              </c:numCache>
            </c:numRef>
          </c:val>
          <c:extLst>
            <c:ext xmlns:c16="http://schemas.microsoft.com/office/drawing/2014/chart" uri="{C3380CC4-5D6E-409C-BE32-E72D297353CC}">
              <c16:uniqueId val="{00000003-3AAE-4BA1-8411-9A1864A59561}"/>
            </c:ext>
          </c:extLst>
        </c:ser>
        <c:ser>
          <c:idx val="4"/>
          <c:order val="4"/>
          <c:tx>
            <c:strRef>
              <c:f>Musterdaten!$F$18</c:f>
              <c:strCache>
                <c:ptCount val="1"/>
                <c:pt idx="0">
                  <c:v>2014</c:v>
                </c:pt>
              </c:strCache>
            </c:strRef>
          </c:tx>
          <c:spPr>
            <a:solidFill>
              <a:schemeClr val="accent1">
                <a:tint val="83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Musterdaten!$F$19:$F$21</c:f>
              <c:numCache>
                <c:formatCode>0.0</c:formatCode>
                <c:ptCount val="3"/>
                <c:pt idx="0">
                  <c:v>2.88</c:v>
                </c:pt>
                <c:pt idx="1">
                  <c:v>5.28</c:v>
                </c:pt>
                <c:pt idx="2">
                  <c:v>2.16</c:v>
                </c:pt>
              </c:numCache>
            </c:numRef>
          </c:val>
          <c:extLst>
            <c:ext xmlns:c16="http://schemas.microsoft.com/office/drawing/2014/chart" uri="{C3380CC4-5D6E-409C-BE32-E72D297353CC}">
              <c16:uniqueId val="{00000004-3AAE-4BA1-8411-9A1864A59561}"/>
            </c:ext>
          </c:extLst>
        </c:ser>
        <c:ser>
          <c:idx val="5"/>
          <c:order val="5"/>
          <c:tx>
            <c:strRef>
              <c:f>Musterdaten!$G$18</c:f>
              <c:strCache>
                <c:ptCount val="1"/>
                <c:pt idx="0">
                  <c:v>2015</c:v>
                </c:pt>
              </c:strCache>
            </c:strRef>
          </c:tx>
          <c:spPr>
            <a:solidFill>
              <a:schemeClr val="accent1">
                <a:tint val="65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Musterdaten!$G$19:$G$21</c:f>
              <c:numCache>
                <c:formatCode>0.0</c:formatCode>
                <c:ptCount val="3"/>
                <c:pt idx="0">
                  <c:v>3.36</c:v>
                </c:pt>
                <c:pt idx="1">
                  <c:v>6.16</c:v>
                </c:pt>
                <c:pt idx="2">
                  <c:v>2.52</c:v>
                </c:pt>
              </c:numCache>
            </c:numRef>
          </c:val>
          <c:extLst>
            <c:ext xmlns:c16="http://schemas.microsoft.com/office/drawing/2014/chart" uri="{C3380CC4-5D6E-409C-BE32-E72D297353CC}">
              <c16:uniqueId val="{00000005-3AAE-4BA1-8411-9A1864A59561}"/>
            </c:ext>
          </c:extLst>
        </c:ser>
        <c:ser>
          <c:idx val="6"/>
          <c:order val="6"/>
          <c:tx>
            <c:strRef>
              <c:f>Musterdaten!$H$18</c:f>
              <c:strCache>
                <c:ptCount val="1"/>
                <c:pt idx="0">
                  <c:v>2016</c:v>
                </c:pt>
              </c:strCache>
            </c:strRef>
          </c:tx>
          <c:spPr>
            <a:solidFill>
              <a:schemeClr val="accent1">
                <a:tint val="48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Musterdaten!$H$19:$H$21</c:f>
              <c:numCache>
                <c:formatCode>0.0</c:formatCode>
                <c:ptCount val="3"/>
                <c:pt idx="0">
                  <c:v>3.87</c:v>
                </c:pt>
                <c:pt idx="1">
                  <c:v>2.25</c:v>
                </c:pt>
                <c:pt idx="2">
                  <c:v>3.15</c:v>
                </c:pt>
              </c:numCache>
            </c:numRef>
          </c:val>
          <c:extLst>
            <c:ext xmlns:c16="http://schemas.microsoft.com/office/drawing/2014/chart" uri="{C3380CC4-5D6E-409C-BE32-E72D297353CC}">
              <c16:uniqueId val="{00000006-3AAE-4BA1-8411-9A1864A59561}"/>
            </c:ext>
          </c:extLst>
        </c:ser>
        <c:dLbls>
          <c:dLblPos val="outEnd"/>
          <c:showLegendKey val="0"/>
          <c:showVal val="1"/>
          <c:showCatName val="0"/>
          <c:showSerName val="0"/>
          <c:showPercent val="0"/>
          <c:showBubbleSize val="0"/>
        </c:dLbls>
        <c:gapWidth val="200"/>
        <c:overlap val="-20"/>
        <c:axId val="19809024"/>
        <c:axId val="19810944"/>
      </c:barChart>
      <c:catAx>
        <c:axId val="19809024"/>
        <c:scaling>
          <c:orientation val="minMax"/>
        </c:scaling>
        <c:delete val="0"/>
        <c:axPos val="l"/>
        <c:title>
          <c:overlay val="0"/>
          <c:spPr>
            <a:noFill/>
            <a:ln>
              <a:noFill/>
            </a:ln>
            <a:effectLst/>
          </c:spPr>
          <c:txPr>
            <a:bodyPr rot="-54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title>
        <c:numFmt formatCode="General" sourceLinked="0"/>
        <c:majorTickMark val="none"/>
        <c:minorTickMark val="none"/>
        <c:tickLblPos val="nextTo"/>
        <c:spPr>
          <a:noFill/>
          <a:ln w="6350"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crossAx val="19810944"/>
        <c:crosses val="autoZero"/>
        <c:auto val="1"/>
        <c:lblAlgn val="ctr"/>
        <c:lblOffset val="100"/>
        <c:noMultiLvlLbl val="0"/>
      </c:catAx>
      <c:valAx>
        <c:axId val="19810944"/>
        <c:scaling>
          <c:orientation val="minMax"/>
        </c:scaling>
        <c:delete val="0"/>
        <c:axPos val="b"/>
        <c:majorGridlines>
          <c:spPr>
            <a:ln w="6350" cap="flat" cmpd="sng" algn="ctr">
              <a:solidFill>
                <a:schemeClr val="tx1">
                  <a:lumMod val="15000"/>
                  <a:lumOff val="85000"/>
                </a:schemeClr>
              </a:solidFill>
              <a:prstDash val="solid"/>
              <a:round/>
            </a:ln>
            <a:effectLst/>
          </c:spPr>
        </c:majorGridlines>
        <c:title>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title>
        <c:numFmt formatCode="0.0"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crossAx val="1980902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legend>
    <c:plotVisOnly val="1"/>
    <c:dispBlanksAs val="gap"/>
    <c:showDLblsOverMax val="0"/>
  </c:chart>
  <c:spPr>
    <a:solidFill>
      <a:schemeClr val="bg1"/>
    </a:solidFill>
    <a:ln w="6350" cap="flat" cmpd="sng" algn="ctr">
      <a:noFill/>
      <a:prstDash val="solid"/>
      <a:round/>
    </a:ln>
    <a:effectLst/>
  </c:spPr>
  <c:txPr>
    <a:bodyPr/>
    <a:lstStyle/>
    <a:p>
      <a:pPr>
        <a:defRPr sz="900">
          <a:solidFill>
            <a:sysClr val="windowText" lastClr="000000"/>
          </a:solidFill>
          <a:latin typeface="+mn-lt"/>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rtl="0">
              <a:defRPr sz="1200" b="1" i="0" u="none" strike="noStrike" kern="1200" baseline="0">
                <a:solidFill>
                  <a:sysClr val="windowText" lastClr="000000"/>
                </a:solidFill>
                <a:latin typeface="+mn-lt"/>
                <a:ea typeface="+mn-ea"/>
                <a:cs typeface="+mn-cs"/>
              </a:defRPr>
            </a:pPr>
            <a:r>
              <a:rPr lang="de-AT" sz="1200" dirty="0"/>
              <a:t>Chart Title</a:t>
            </a:r>
          </a:p>
        </c:rich>
      </c:tx>
      <c:overlay val="0"/>
      <c:spPr>
        <a:noFill/>
        <a:ln>
          <a:noFill/>
        </a:ln>
        <a:effectLst/>
      </c:spPr>
      <c:txPr>
        <a:bodyPr rot="0" spcFirstLastPara="1" vertOverflow="ellipsis" vert="horz" wrap="square" anchor="ctr" anchorCtr="1"/>
        <a:lstStyle/>
        <a:p>
          <a:pPr algn="ctr" rtl="0">
            <a:defRPr sz="1200" b="1" i="0" u="none" strike="noStrike" kern="1200" baseline="0">
              <a:solidFill>
                <a:sysClr val="windowText" lastClr="000000"/>
              </a:solidFill>
              <a:latin typeface="+mn-lt"/>
              <a:ea typeface="+mn-ea"/>
              <a:cs typeface="+mn-cs"/>
            </a:defRPr>
          </a:pPr>
          <a:endParaRPr lang="de-DE"/>
        </a:p>
      </c:txPr>
    </c:title>
    <c:autoTitleDeleted val="0"/>
    <c:plotArea>
      <c:layout/>
      <c:barChart>
        <c:barDir val="col"/>
        <c:grouping val="clustered"/>
        <c:varyColors val="0"/>
        <c:ser>
          <c:idx val="0"/>
          <c:order val="0"/>
          <c:tx>
            <c:strRef>
              <c:f>Musterdaten!$B$18</c:f>
              <c:strCache>
                <c:ptCount val="1"/>
                <c:pt idx="0">
                  <c:v>2010</c:v>
                </c:pt>
              </c:strCache>
            </c:strRef>
          </c:tx>
          <c:spPr>
            <a:solidFill>
              <a:schemeClr val="accent1">
                <a:shade val="47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Musterdaten!$B$19:$B$21</c:f>
              <c:numCache>
                <c:formatCode>0.0</c:formatCode>
                <c:ptCount val="3"/>
                <c:pt idx="0">
                  <c:v>4.3</c:v>
                </c:pt>
                <c:pt idx="1">
                  <c:v>2.5</c:v>
                </c:pt>
                <c:pt idx="2">
                  <c:v>3.5</c:v>
                </c:pt>
              </c:numCache>
            </c:numRef>
          </c:val>
          <c:extLst>
            <c:ext xmlns:c16="http://schemas.microsoft.com/office/drawing/2014/chart" uri="{C3380CC4-5D6E-409C-BE32-E72D297353CC}">
              <c16:uniqueId val="{00000000-8345-4F8D-8DA3-5F3B17E18B38}"/>
            </c:ext>
          </c:extLst>
        </c:ser>
        <c:ser>
          <c:idx val="1"/>
          <c:order val="1"/>
          <c:tx>
            <c:strRef>
              <c:f>Musterdaten!$C$18</c:f>
              <c:strCache>
                <c:ptCount val="1"/>
                <c:pt idx="0">
                  <c:v>2011</c:v>
                </c:pt>
              </c:strCache>
            </c:strRef>
          </c:tx>
          <c:spPr>
            <a:solidFill>
              <a:schemeClr val="accent1">
                <a:shade val="65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Musterdaten!$C$19:$C$21</c:f>
              <c:numCache>
                <c:formatCode>0.0</c:formatCode>
                <c:ptCount val="3"/>
                <c:pt idx="0">
                  <c:v>2.4</c:v>
                </c:pt>
                <c:pt idx="1">
                  <c:v>4.4000000000000004</c:v>
                </c:pt>
                <c:pt idx="2">
                  <c:v>1.8</c:v>
                </c:pt>
              </c:numCache>
            </c:numRef>
          </c:val>
          <c:extLst>
            <c:ext xmlns:c16="http://schemas.microsoft.com/office/drawing/2014/chart" uri="{C3380CC4-5D6E-409C-BE32-E72D297353CC}">
              <c16:uniqueId val="{00000001-8345-4F8D-8DA3-5F3B17E18B38}"/>
            </c:ext>
          </c:extLst>
        </c:ser>
        <c:ser>
          <c:idx val="2"/>
          <c:order val="2"/>
          <c:tx>
            <c:strRef>
              <c:f>Musterdaten!$D$18</c:f>
              <c:strCache>
                <c:ptCount val="1"/>
                <c:pt idx="0">
                  <c:v>2012</c:v>
                </c:pt>
              </c:strCache>
            </c:strRef>
          </c:tx>
          <c:spPr>
            <a:solidFill>
              <a:schemeClr val="accent1">
                <a:shade val="82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Musterdaten!$D$19:$D$21</c:f>
              <c:numCache>
                <c:formatCode>0.0</c:formatCode>
                <c:ptCount val="3"/>
                <c:pt idx="0">
                  <c:v>2</c:v>
                </c:pt>
                <c:pt idx="1">
                  <c:v>2</c:v>
                </c:pt>
                <c:pt idx="2">
                  <c:v>3</c:v>
                </c:pt>
              </c:numCache>
            </c:numRef>
          </c:val>
          <c:extLst>
            <c:ext xmlns:c16="http://schemas.microsoft.com/office/drawing/2014/chart" uri="{C3380CC4-5D6E-409C-BE32-E72D297353CC}">
              <c16:uniqueId val="{00000002-8345-4F8D-8DA3-5F3B17E18B38}"/>
            </c:ext>
          </c:extLst>
        </c:ser>
        <c:ser>
          <c:idx val="3"/>
          <c:order val="3"/>
          <c:tx>
            <c:strRef>
              <c:f>Musterdaten!$E$18</c:f>
              <c:strCache>
                <c:ptCount val="1"/>
                <c:pt idx="0">
                  <c:v>2013</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Musterdaten!$E$19:$E$21</c:f>
              <c:numCache>
                <c:formatCode>0.0</c:formatCode>
                <c:ptCount val="3"/>
                <c:pt idx="0">
                  <c:v>3</c:v>
                </c:pt>
                <c:pt idx="1">
                  <c:v>3</c:v>
                </c:pt>
                <c:pt idx="2">
                  <c:v>4.5</c:v>
                </c:pt>
              </c:numCache>
            </c:numRef>
          </c:val>
          <c:extLst>
            <c:ext xmlns:c16="http://schemas.microsoft.com/office/drawing/2014/chart" uri="{C3380CC4-5D6E-409C-BE32-E72D297353CC}">
              <c16:uniqueId val="{00000003-8345-4F8D-8DA3-5F3B17E18B38}"/>
            </c:ext>
          </c:extLst>
        </c:ser>
        <c:ser>
          <c:idx val="4"/>
          <c:order val="4"/>
          <c:tx>
            <c:strRef>
              <c:f>Musterdaten!$F$18</c:f>
              <c:strCache>
                <c:ptCount val="1"/>
                <c:pt idx="0">
                  <c:v>2014</c:v>
                </c:pt>
              </c:strCache>
            </c:strRef>
          </c:tx>
          <c:spPr>
            <a:solidFill>
              <a:schemeClr val="accent1">
                <a:tint val="83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Musterdaten!$F$19:$F$21</c:f>
              <c:numCache>
                <c:formatCode>0.0</c:formatCode>
                <c:ptCount val="3"/>
                <c:pt idx="0">
                  <c:v>2.88</c:v>
                </c:pt>
                <c:pt idx="1">
                  <c:v>5.28</c:v>
                </c:pt>
                <c:pt idx="2">
                  <c:v>2.16</c:v>
                </c:pt>
              </c:numCache>
            </c:numRef>
          </c:val>
          <c:extLst>
            <c:ext xmlns:c16="http://schemas.microsoft.com/office/drawing/2014/chart" uri="{C3380CC4-5D6E-409C-BE32-E72D297353CC}">
              <c16:uniqueId val="{00000004-8345-4F8D-8DA3-5F3B17E18B38}"/>
            </c:ext>
          </c:extLst>
        </c:ser>
        <c:ser>
          <c:idx val="5"/>
          <c:order val="5"/>
          <c:tx>
            <c:strRef>
              <c:f>Musterdaten!$G$18</c:f>
              <c:strCache>
                <c:ptCount val="1"/>
                <c:pt idx="0">
                  <c:v>2015</c:v>
                </c:pt>
              </c:strCache>
            </c:strRef>
          </c:tx>
          <c:spPr>
            <a:solidFill>
              <a:schemeClr val="accent1">
                <a:tint val="65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Musterdaten!$G$19:$G$21</c:f>
              <c:numCache>
                <c:formatCode>0.0</c:formatCode>
                <c:ptCount val="3"/>
                <c:pt idx="0">
                  <c:v>3.36</c:v>
                </c:pt>
                <c:pt idx="1">
                  <c:v>6.16</c:v>
                </c:pt>
                <c:pt idx="2">
                  <c:v>2.52</c:v>
                </c:pt>
              </c:numCache>
            </c:numRef>
          </c:val>
          <c:extLst>
            <c:ext xmlns:c16="http://schemas.microsoft.com/office/drawing/2014/chart" uri="{C3380CC4-5D6E-409C-BE32-E72D297353CC}">
              <c16:uniqueId val="{00000005-8345-4F8D-8DA3-5F3B17E18B38}"/>
            </c:ext>
          </c:extLst>
        </c:ser>
        <c:ser>
          <c:idx val="6"/>
          <c:order val="6"/>
          <c:tx>
            <c:strRef>
              <c:f>Musterdaten!$H$18</c:f>
              <c:strCache>
                <c:ptCount val="1"/>
                <c:pt idx="0">
                  <c:v>2016</c:v>
                </c:pt>
              </c:strCache>
            </c:strRef>
          </c:tx>
          <c:spPr>
            <a:solidFill>
              <a:schemeClr val="accent1">
                <a:tint val="48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Musterdaten!$H$19:$H$21</c:f>
              <c:numCache>
                <c:formatCode>0.0</c:formatCode>
                <c:ptCount val="3"/>
                <c:pt idx="0">
                  <c:v>3.87</c:v>
                </c:pt>
                <c:pt idx="1">
                  <c:v>2.25</c:v>
                </c:pt>
                <c:pt idx="2">
                  <c:v>3.15</c:v>
                </c:pt>
              </c:numCache>
            </c:numRef>
          </c:val>
          <c:extLst>
            <c:ext xmlns:c16="http://schemas.microsoft.com/office/drawing/2014/chart" uri="{C3380CC4-5D6E-409C-BE32-E72D297353CC}">
              <c16:uniqueId val="{00000006-8345-4F8D-8DA3-5F3B17E18B38}"/>
            </c:ext>
          </c:extLst>
        </c:ser>
        <c:dLbls>
          <c:dLblPos val="outEnd"/>
          <c:showLegendKey val="0"/>
          <c:showVal val="1"/>
          <c:showCatName val="0"/>
          <c:showSerName val="0"/>
          <c:showPercent val="0"/>
          <c:showBubbleSize val="0"/>
        </c:dLbls>
        <c:gapWidth val="200"/>
        <c:overlap val="-20"/>
        <c:axId val="19594624"/>
        <c:axId val="19670528"/>
      </c:barChart>
      <c:catAx>
        <c:axId val="19594624"/>
        <c:scaling>
          <c:orientation val="minMax"/>
        </c:scaling>
        <c:delete val="0"/>
        <c:axPos val="b"/>
        <c:title>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title>
        <c:numFmt formatCode="General" sourceLinked="0"/>
        <c:majorTickMark val="none"/>
        <c:minorTickMark val="none"/>
        <c:tickLblPos val="nextTo"/>
        <c:spPr>
          <a:noFill/>
          <a:ln w="6350"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crossAx val="19670528"/>
        <c:crosses val="autoZero"/>
        <c:auto val="1"/>
        <c:lblAlgn val="ctr"/>
        <c:lblOffset val="100"/>
        <c:noMultiLvlLbl val="0"/>
      </c:catAx>
      <c:valAx>
        <c:axId val="19670528"/>
        <c:scaling>
          <c:orientation val="minMax"/>
        </c:scaling>
        <c:delete val="0"/>
        <c:axPos val="l"/>
        <c:majorGridlines>
          <c:spPr>
            <a:ln w="6350" cap="flat" cmpd="sng" algn="ctr">
              <a:solidFill>
                <a:schemeClr val="tx1">
                  <a:lumMod val="15000"/>
                  <a:lumOff val="85000"/>
                </a:schemeClr>
              </a:solidFill>
              <a:prstDash val="solid"/>
              <a:round/>
            </a:ln>
            <a:effectLst/>
          </c:spPr>
        </c:majorGridlines>
        <c:title>
          <c:overlay val="0"/>
          <c:spPr>
            <a:noFill/>
            <a:ln>
              <a:noFill/>
            </a:ln>
            <a:effectLst/>
          </c:spPr>
          <c:txPr>
            <a:bodyPr rot="-54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title>
        <c:numFmt formatCode="0.0"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crossAx val="195946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legend>
    <c:plotVisOnly val="1"/>
    <c:dispBlanksAs val="gap"/>
    <c:showDLblsOverMax val="0"/>
  </c:chart>
  <c:spPr>
    <a:solidFill>
      <a:schemeClr val="bg1"/>
    </a:solidFill>
    <a:ln w="6350" cap="flat" cmpd="sng" algn="ctr">
      <a:noFill/>
      <a:prstDash val="solid"/>
      <a:round/>
    </a:ln>
    <a:effectLst/>
  </c:spPr>
  <c:txPr>
    <a:bodyPr/>
    <a:lstStyle/>
    <a:p>
      <a:pPr>
        <a:defRPr sz="900">
          <a:solidFill>
            <a:sysClr val="windowText" lastClr="000000"/>
          </a:solidFill>
          <a:latin typeface="+mn-lt"/>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rtl="0">
              <a:defRPr sz="1200" b="1" i="0" u="none" strike="noStrike" kern="1200" baseline="0">
                <a:solidFill>
                  <a:sysClr val="windowText" lastClr="000000"/>
                </a:solidFill>
                <a:latin typeface="+mn-lt"/>
                <a:ea typeface="+mn-ea"/>
                <a:cs typeface="+mn-cs"/>
              </a:defRPr>
            </a:pPr>
            <a:r>
              <a:rPr lang="de-AT" sz="1200" dirty="0"/>
              <a:t>Chart Title</a:t>
            </a:r>
          </a:p>
        </c:rich>
      </c:tx>
      <c:overlay val="0"/>
      <c:spPr>
        <a:noFill/>
        <a:ln>
          <a:noFill/>
        </a:ln>
        <a:effectLst/>
      </c:spPr>
      <c:txPr>
        <a:bodyPr rot="0" spcFirstLastPara="1" vertOverflow="ellipsis" vert="horz" wrap="square" anchor="ctr" anchorCtr="1"/>
        <a:lstStyle/>
        <a:p>
          <a:pPr algn="ctr" rtl="0">
            <a:defRPr sz="1200" b="1" i="0" u="none" strike="noStrike" kern="1200" baseline="0">
              <a:solidFill>
                <a:sysClr val="windowText" lastClr="000000"/>
              </a:solidFill>
              <a:latin typeface="+mn-lt"/>
              <a:ea typeface="+mn-ea"/>
              <a:cs typeface="+mn-cs"/>
            </a:defRPr>
          </a:pPr>
          <a:endParaRPr lang="de-DE"/>
        </a:p>
      </c:txPr>
    </c:title>
    <c:autoTitleDeleted val="0"/>
    <c:plotArea>
      <c:layout>
        <c:manualLayout>
          <c:layoutTarget val="inner"/>
          <c:xMode val="edge"/>
          <c:yMode val="edge"/>
          <c:x val="7.3072481324449823E-2"/>
          <c:y val="8.8647690829454562E-2"/>
          <c:w val="0.78337847769028868"/>
          <c:h val="0.78559766400039932"/>
        </c:manualLayout>
      </c:layout>
      <c:lineChart>
        <c:grouping val="standard"/>
        <c:varyColors val="0"/>
        <c:ser>
          <c:idx val="0"/>
          <c:order val="0"/>
          <c:tx>
            <c:strRef>
              <c:f>Musterdaten!$A$19</c:f>
              <c:strCache>
                <c:ptCount val="1"/>
                <c:pt idx="0">
                  <c:v>Category A</c:v>
                </c:pt>
              </c:strCache>
            </c:strRef>
          </c:tx>
          <c:spPr>
            <a:ln w="25400" cap="rnd" cmpd="sng" algn="ctr">
              <a:solidFill>
                <a:schemeClr val="accent1">
                  <a:shade val="65000"/>
                </a:schemeClr>
              </a:solidFill>
              <a:prstDash val="solid"/>
              <a:round/>
            </a:ln>
            <a:effectLst/>
          </c:spPr>
          <c:marker>
            <c:spPr>
              <a:solidFill>
                <a:schemeClr val="accent1">
                  <a:shade val="65000"/>
                </a:schemeClr>
              </a:solidFill>
              <a:ln w="6350" cap="flat" cmpd="sng" algn="ctr">
                <a:solidFill>
                  <a:schemeClr val="accent1">
                    <a:shade val="65000"/>
                  </a:schemeClr>
                </a:solidFill>
                <a:prstDash val="solid"/>
                <a:round/>
              </a:ln>
              <a:effectLst/>
            </c:spPr>
          </c:marker>
          <c:dPt>
            <c:idx val="4"/>
            <c:bubble3D val="0"/>
            <c:extLst>
              <c:ext xmlns:c16="http://schemas.microsoft.com/office/drawing/2014/chart" uri="{C3380CC4-5D6E-409C-BE32-E72D297353CC}">
                <c16:uniqueId val="{00000000-8FD7-49CD-B1BC-CD671E20DFA2}"/>
              </c:ext>
            </c:extLst>
          </c:dPt>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Musterdaten!$B$18:$H$18</c:f>
              <c:strCache>
                <c:ptCount val="7"/>
                <c:pt idx="0">
                  <c:v>2010</c:v>
                </c:pt>
                <c:pt idx="1">
                  <c:v>2011</c:v>
                </c:pt>
                <c:pt idx="2">
                  <c:v>2012</c:v>
                </c:pt>
                <c:pt idx="3">
                  <c:v>2013</c:v>
                </c:pt>
                <c:pt idx="4">
                  <c:v>2014</c:v>
                </c:pt>
                <c:pt idx="5">
                  <c:v>2015</c:v>
                </c:pt>
                <c:pt idx="6">
                  <c:v>2016</c:v>
                </c:pt>
              </c:strCache>
            </c:strRef>
          </c:cat>
          <c:val>
            <c:numRef>
              <c:f>Musterdaten!$B$19:$H$19</c:f>
              <c:numCache>
                <c:formatCode>0.0</c:formatCode>
                <c:ptCount val="7"/>
                <c:pt idx="0">
                  <c:v>4.3</c:v>
                </c:pt>
                <c:pt idx="1">
                  <c:v>2.4</c:v>
                </c:pt>
                <c:pt idx="2">
                  <c:v>2</c:v>
                </c:pt>
                <c:pt idx="3">
                  <c:v>3</c:v>
                </c:pt>
                <c:pt idx="4">
                  <c:v>2.88</c:v>
                </c:pt>
                <c:pt idx="5">
                  <c:v>3.36</c:v>
                </c:pt>
                <c:pt idx="6">
                  <c:v>3.87</c:v>
                </c:pt>
              </c:numCache>
            </c:numRef>
          </c:val>
          <c:smooth val="0"/>
          <c:extLst>
            <c:ext xmlns:c16="http://schemas.microsoft.com/office/drawing/2014/chart" uri="{C3380CC4-5D6E-409C-BE32-E72D297353CC}">
              <c16:uniqueId val="{00000001-8FD7-49CD-B1BC-CD671E20DFA2}"/>
            </c:ext>
          </c:extLst>
        </c:ser>
        <c:ser>
          <c:idx val="1"/>
          <c:order val="1"/>
          <c:tx>
            <c:strRef>
              <c:f>Musterdaten!$A$20</c:f>
              <c:strCache>
                <c:ptCount val="1"/>
                <c:pt idx="0">
                  <c:v>Category B</c:v>
                </c:pt>
              </c:strCache>
            </c:strRef>
          </c:tx>
          <c:spPr>
            <a:ln w="25400" cap="rnd" cmpd="sng" algn="ctr">
              <a:solidFill>
                <a:schemeClr val="accent1"/>
              </a:solidFill>
              <a:prstDash val="solid"/>
              <a:round/>
            </a:ln>
            <a:effectLst/>
          </c:spPr>
          <c:marker>
            <c:spPr>
              <a:solidFill>
                <a:schemeClr val="accent1"/>
              </a:solidFill>
              <a:ln w="6350" cap="flat" cmpd="sng" algn="ctr">
                <a:solidFill>
                  <a:schemeClr val="accent1"/>
                </a:solidFill>
                <a:prstDash val="solid"/>
                <a:round/>
              </a:ln>
              <a:effectLst/>
            </c:spPr>
          </c:marker>
          <c:dPt>
            <c:idx val="4"/>
            <c:bubble3D val="0"/>
            <c:extLst>
              <c:ext xmlns:c16="http://schemas.microsoft.com/office/drawing/2014/chart" uri="{C3380CC4-5D6E-409C-BE32-E72D297353CC}">
                <c16:uniqueId val="{00000002-8FD7-49CD-B1BC-CD671E20DFA2}"/>
              </c:ext>
            </c:extLst>
          </c:dPt>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Musterdaten!$B$18:$H$18</c:f>
              <c:strCache>
                <c:ptCount val="7"/>
                <c:pt idx="0">
                  <c:v>2010</c:v>
                </c:pt>
                <c:pt idx="1">
                  <c:v>2011</c:v>
                </c:pt>
                <c:pt idx="2">
                  <c:v>2012</c:v>
                </c:pt>
                <c:pt idx="3">
                  <c:v>2013</c:v>
                </c:pt>
                <c:pt idx="4">
                  <c:v>2014</c:v>
                </c:pt>
                <c:pt idx="5">
                  <c:v>2015</c:v>
                </c:pt>
                <c:pt idx="6">
                  <c:v>2016</c:v>
                </c:pt>
              </c:strCache>
            </c:strRef>
          </c:cat>
          <c:val>
            <c:numRef>
              <c:f>Musterdaten!$B$20:$H$20</c:f>
              <c:numCache>
                <c:formatCode>0.0</c:formatCode>
                <c:ptCount val="7"/>
                <c:pt idx="0">
                  <c:v>2.5</c:v>
                </c:pt>
                <c:pt idx="1">
                  <c:v>4.4000000000000004</c:v>
                </c:pt>
                <c:pt idx="2">
                  <c:v>2</c:v>
                </c:pt>
                <c:pt idx="3">
                  <c:v>3</c:v>
                </c:pt>
                <c:pt idx="4">
                  <c:v>5.28</c:v>
                </c:pt>
                <c:pt idx="5">
                  <c:v>6.16</c:v>
                </c:pt>
                <c:pt idx="6">
                  <c:v>2.25</c:v>
                </c:pt>
              </c:numCache>
            </c:numRef>
          </c:val>
          <c:smooth val="0"/>
          <c:extLst>
            <c:ext xmlns:c16="http://schemas.microsoft.com/office/drawing/2014/chart" uri="{C3380CC4-5D6E-409C-BE32-E72D297353CC}">
              <c16:uniqueId val="{00000003-8FD7-49CD-B1BC-CD671E20DFA2}"/>
            </c:ext>
          </c:extLst>
        </c:ser>
        <c:ser>
          <c:idx val="2"/>
          <c:order val="2"/>
          <c:tx>
            <c:strRef>
              <c:f>Musterdaten!$A$21</c:f>
              <c:strCache>
                <c:ptCount val="1"/>
                <c:pt idx="0">
                  <c:v>Category C</c:v>
                </c:pt>
              </c:strCache>
            </c:strRef>
          </c:tx>
          <c:spPr>
            <a:ln w="25400" cap="rnd" cmpd="sng" algn="ctr">
              <a:solidFill>
                <a:schemeClr val="accent1">
                  <a:tint val="65000"/>
                </a:schemeClr>
              </a:solidFill>
              <a:prstDash val="solid"/>
              <a:round/>
            </a:ln>
            <a:effectLst/>
          </c:spPr>
          <c:marker>
            <c:spPr>
              <a:solidFill>
                <a:schemeClr val="accent1">
                  <a:tint val="65000"/>
                </a:schemeClr>
              </a:solidFill>
              <a:ln w="6350" cap="flat" cmpd="sng" algn="ctr">
                <a:solidFill>
                  <a:schemeClr val="accent1">
                    <a:tint val="65000"/>
                  </a:schemeClr>
                </a:solidFill>
                <a:prstDash val="solid"/>
                <a:round/>
              </a:ln>
              <a:effectLst/>
            </c:spPr>
          </c:marker>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Musterdaten!$B$18:$H$18</c:f>
              <c:strCache>
                <c:ptCount val="7"/>
                <c:pt idx="0">
                  <c:v>2010</c:v>
                </c:pt>
                <c:pt idx="1">
                  <c:v>2011</c:v>
                </c:pt>
                <c:pt idx="2">
                  <c:v>2012</c:v>
                </c:pt>
                <c:pt idx="3">
                  <c:v>2013</c:v>
                </c:pt>
                <c:pt idx="4">
                  <c:v>2014</c:v>
                </c:pt>
                <c:pt idx="5">
                  <c:v>2015</c:v>
                </c:pt>
                <c:pt idx="6">
                  <c:v>2016</c:v>
                </c:pt>
              </c:strCache>
            </c:strRef>
          </c:cat>
          <c:val>
            <c:numRef>
              <c:f>Musterdaten!$B$21:$H$21</c:f>
              <c:numCache>
                <c:formatCode>0.0</c:formatCode>
                <c:ptCount val="7"/>
                <c:pt idx="0">
                  <c:v>3.5</c:v>
                </c:pt>
                <c:pt idx="1">
                  <c:v>1.8</c:v>
                </c:pt>
                <c:pt idx="2">
                  <c:v>3</c:v>
                </c:pt>
                <c:pt idx="3">
                  <c:v>4.5</c:v>
                </c:pt>
                <c:pt idx="4">
                  <c:v>2.16</c:v>
                </c:pt>
                <c:pt idx="5">
                  <c:v>2.52</c:v>
                </c:pt>
                <c:pt idx="6">
                  <c:v>3.15</c:v>
                </c:pt>
              </c:numCache>
            </c:numRef>
          </c:val>
          <c:smooth val="0"/>
          <c:extLst>
            <c:ext xmlns:c16="http://schemas.microsoft.com/office/drawing/2014/chart" uri="{C3380CC4-5D6E-409C-BE32-E72D297353CC}">
              <c16:uniqueId val="{00000004-8FD7-49CD-B1BC-CD671E20DFA2}"/>
            </c:ext>
          </c:extLst>
        </c:ser>
        <c:dLbls>
          <c:showLegendKey val="0"/>
          <c:showVal val="1"/>
          <c:showCatName val="0"/>
          <c:showSerName val="0"/>
          <c:showPercent val="0"/>
          <c:showBubbleSize val="0"/>
        </c:dLbls>
        <c:marker val="1"/>
        <c:smooth val="0"/>
        <c:axId val="54358400"/>
        <c:axId val="54360320"/>
      </c:lineChart>
      <c:catAx>
        <c:axId val="54358400"/>
        <c:scaling>
          <c:orientation val="minMax"/>
        </c:scaling>
        <c:delete val="0"/>
        <c:axPos val="b"/>
        <c:title>
          <c:layout>
            <c:manualLayout>
              <c:xMode val="edge"/>
              <c:yMode val="edge"/>
              <c:x val="0.41753776162595058"/>
              <c:y val="0.93416790413084261"/>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title>
        <c:numFmt formatCode="General" sourceLinked="0"/>
        <c:majorTickMark val="none"/>
        <c:minorTickMark val="none"/>
        <c:tickLblPos val="nextTo"/>
        <c:spPr>
          <a:noFill/>
          <a:ln w="6350"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crossAx val="54360320"/>
        <c:crosses val="autoZero"/>
        <c:auto val="1"/>
        <c:lblAlgn val="ctr"/>
        <c:lblOffset val="100"/>
        <c:noMultiLvlLbl val="0"/>
      </c:catAx>
      <c:valAx>
        <c:axId val="54360320"/>
        <c:scaling>
          <c:orientation val="minMax"/>
        </c:scaling>
        <c:delete val="0"/>
        <c:axPos val="l"/>
        <c:majorGridlines>
          <c:spPr>
            <a:ln w="6350" cap="flat" cmpd="sng" algn="ctr">
              <a:solidFill>
                <a:schemeClr val="tx1">
                  <a:lumMod val="15000"/>
                  <a:lumOff val="85000"/>
                </a:schemeClr>
              </a:solidFill>
              <a:prstDash val="solid"/>
              <a:round/>
            </a:ln>
            <a:effectLst/>
          </c:spPr>
        </c:majorGridlines>
        <c:title>
          <c:overlay val="0"/>
          <c:spPr>
            <a:noFill/>
            <a:ln>
              <a:noFill/>
            </a:ln>
            <a:effectLst/>
          </c:spPr>
          <c:txPr>
            <a:bodyPr rot="-54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title>
        <c:numFmt formatCode="0.0" sourceLinked="1"/>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crossAx val="543584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legend>
    <c:plotVisOnly val="1"/>
    <c:dispBlanksAs val="gap"/>
    <c:showDLblsOverMax val="0"/>
  </c:chart>
  <c:spPr>
    <a:solidFill>
      <a:schemeClr val="bg1"/>
    </a:solidFill>
    <a:ln w="6350" cap="flat" cmpd="sng" algn="ctr">
      <a:noFill/>
      <a:prstDash val="solid"/>
      <a:round/>
    </a:ln>
    <a:effectLst/>
  </c:spPr>
  <c:txPr>
    <a:bodyPr/>
    <a:lstStyle/>
    <a:p>
      <a:pPr>
        <a:defRPr sz="900">
          <a:solidFill>
            <a:sysClr val="windowText" lastClr="000000"/>
          </a:solidFill>
          <a:latin typeface="+mn-lt"/>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vert="horz"/>
          <a:lstStyle/>
          <a:p>
            <a:pPr algn="ctr" rtl="0">
              <a:defRPr sz="1200"/>
            </a:pPr>
            <a:r>
              <a:rPr lang="de-AT" sz="1200" dirty="0"/>
              <a:t>Chart Title</a:t>
            </a:r>
          </a:p>
        </c:rich>
      </c:tx>
      <c:overlay val="0"/>
      <c:spPr>
        <a:noFill/>
        <a:ln>
          <a:noFill/>
        </a:ln>
        <a:effectLst/>
      </c:spPr>
    </c:title>
    <c:autoTitleDeleted val="0"/>
    <c:plotArea>
      <c:layout/>
      <c:doughnutChart>
        <c:varyColors val="1"/>
        <c:ser>
          <c:idx val="0"/>
          <c:order val="0"/>
          <c:spPr>
            <a:ln w="19050">
              <a:solidFill>
                <a:schemeClr val="bg1"/>
              </a:solidFill>
            </a:ln>
          </c:spPr>
          <c:dPt>
            <c:idx val="0"/>
            <c:bubble3D val="0"/>
            <c:spPr>
              <a:solidFill>
                <a:schemeClr val="accent1">
                  <a:shade val="47000"/>
                </a:schemeClr>
              </a:solidFill>
              <a:ln w="19050">
                <a:solidFill>
                  <a:schemeClr val="bg1"/>
                </a:solidFill>
              </a:ln>
              <a:effectLst/>
            </c:spPr>
            <c:extLst>
              <c:ext xmlns:c16="http://schemas.microsoft.com/office/drawing/2014/chart" uri="{C3380CC4-5D6E-409C-BE32-E72D297353CC}">
                <c16:uniqueId val="{00000001-8B04-4111-B36A-B2ECEFDD7286}"/>
              </c:ext>
            </c:extLst>
          </c:dPt>
          <c:dPt>
            <c:idx val="1"/>
            <c:bubble3D val="0"/>
            <c:spPr>
              <a:solidFill>
                <a:schemeClr val="accent1">
                  <a:shade val="65000"/>
                </a:schemeClr>
              </a:solidFill>
              <a:ln w="19050">
                <a:solidFill>
                  <a:schemeClr val="bg1"/>
                </a:solidFill>
              </a:ln>
              <a:effectLst/>
            </c:spPr>
            <c:extLst>
              <c:ext xmlns:c16="http://schemas.microsoft.com/office/drawing/2014/chart" uri="{C3380CC4-5D6E-409C-BE32-E72D297353CC}">
                <c16:uniqueId val="{00000003-8B04-4111-B36A-B2ECEFDD7286}"/>
              </c:ext>
            </c:extLst>
          </c:dPt>
          <c:dPt>
            <c:idx val="2"/>
            <c:bubble3D val="0"/>
            <c:spPr>
              <a:solidFill>
                <a:schemeClr val="accent1">
                  <a:shade val="82000"/>
                </a:schemeClr>
              </a:solidFill>
              <a:ln w="19050">
                <a:solidFill>
                  <a:schemeClr val="bg1"/>
                </a:solidFill>
              </a:ln>
              <a:effectLst/>
            </c:spPr>
            <c:extLst>
              <c:ext xmlns:c16="http://schemas.microsoft.com/office/drawing/2014/chart" uri="{C3380CC4-5D6E-409C-BE32-E72D297353CC}">
                <c16:uniqueId val="{00000005-8B04-4111-B36A-B2ECEFDD7286}"/>
              </c:ext>
            </c:extLst>
          </c:dPt>
          <c:dPt>
            <c:idx val="3"/>
            <c:bubble3D val="0"/>
            <c:spPr>
              <a:solidFill>
                <a:schemeClr val="accent1"/>
              </a:solidFill>
              <a:ln w="19050">
                <a:solidFill>
                  <a:schemeClr val="bg1"/>
                </a:solidFill>
              </a:ln>
              <a:effectLst/>
            </c:spPr>
            <c:extLst>
              <c:ext xmlns:c16="http://schemas.microsoft.com/office/drawing/2014/chart" uri="{C3380CC4-5D6E-409C-BE32-E72D297353CC}">
                <c16:uniqueId val="{00000007-8B04-4111-B36A-B2ECEFDD7286}"/>
              </c:ext>
            </c:extLst>
          </c:dPt>
          <c:dPt>
            <c:idx val="4"/>
            <c:bubble3D val="0"/>
            <c:spPr>
              <a:solidFill>
                <a:schemeClr val="accent1">
                  <a:tint val="83000"/>
                </a:schemeClr>
              </a:solidFill>
              <a:ln w="19050">
                <a:solidFill>
                  <a:schemeClr val="bg1"/>
                </a:solidFill>
              </a:ln>
              <a:effectLst/>
            </c:spPr>
            <c:extLst>
              <c:ext xmlns:c16="http://schemas.microsoft.com/office/drawing/2014/chart" uri="{C3380CC4-5D6E-409C-BE32-E72D297353CC}">
                <c16:uniqueId val="{00000009-8B04-4111-B36A-B2ECEFDD7286}"/>
              </c:ext>
            </c:extLst>
          </c:dPt>
          <c:dPt>
            <c:idx val="5"/>
            <c:bubble3D val="0"/>
            <c:spPr>
              <a:solidFill>
                <a:schemeClr val="accent1">
                  <a:tint val="65000"/>
                </a:schemeClr>
              </a:solidFill>
              <a:ln w="19050">
                <a:solidFill>
                  <a:schemeClr val="bg1"/>
                </a:solidFill>
              </a:ln>
              <a:effectLst/>
            </c:spPr>
            <c:extLst>
              <c:ext xmlns:c16="http://schemas.microsoft.com/office/drawing/2014/chart" uri="{C3380CC4-5D6E-409C-BE32-E72D297353CC}">
                <c16:uniqueId val="{0000000B-8B04-4111-B36A-B2ECEFDD7286}"/>
              </c:ext>
            </c:extLst>
          </c:dPt>
          <c:dPt>
            <c:idx val="6"/>
            <c:bubble3D val="0"/>
            <c:spPr>
              <a:solidFill>
                <a:schemeClr val="accent1">
                  <a:tint val="48000"/>
                </a:schemeClr>
              </a:solidFill>
              <a:ln w="19050">
                <a:solidFill>
                  <a:schemeClr val="bg1"/>
                </a:solidFill>
              </a:ln>
              <a:effectLst/>
            </c:spPr>
            <c:extLst>
              <c:ext xmlns:c16="http://schemas.microsoft.com/office/drawing/2014/chart" uri="{C3380CC4-5D6E-409C-BE32-E72D297353CC}">
                <c16:uniqueId val="{0000000D-8B04-4111-B36A-B2ECEFDD7286}"/>
              </c:ext>
            </c:extLst>
          </c:dPt>
          <c:dLbls>
            <c:dLbl>
              <c:idx val="0"/>
              <c:layout>
                <c:manualLayout>
                  <c:x val="0.12845551025502788"/>
                  <c:y val="6.3296701544090636E-3"/>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8B04-4111-B36A-B2ECEFDD7286}"/>
                </c:ext>
              </c:extLst>
            </c:dLbl>
            <c:dLbl>
              <c:idx val="1"/>
              <c:layout>
                <c:manualLayout>
                  <c:x val="-2.733095962872936E-3"/>
                  <c:y val="0.1392527433969994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8B04-4111-B36A-B2ECEFDD7286}"/>
                </c:ext>
              </c:extLst>
            </c:dLbl>
            <c:dLbl>
              <c:idx val="2"/>
              <c:layout>
                <c:manualLayout>
                  <c:x val="-0.10929780638008309"/>
                  <c:y val="0.13502475942038417"/>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8B04-4111-B36A-B2ECEFDD7286}"/>
                </c:ext>
              </c:extLst>
            </c:dLbl>
            <c:dLbl>
              <c:idx val="3"/>
              <c:layout>
                <c:manualLayout>
                  <c:x val="-0.11478459784781701"/>
                  <c:y val="6.9638671515061354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8B04-4111-B36A-B2ECEFDD7286}"/>
                </c:ext>
              </c:extLst>
            </c:dLbl>
            <c:dLbl>
              <c:idx val="4"/>
              <c:layout>
                <c:manualLayout>
                  <c:x val="-0.10796384686957645"/>
                  <c:y val="-6.7516530353990148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8B04-4111-B36A-B2ECEFDD7286}"/>
                </c:ext>
              </c:extLst>
            </c:dLbl>
            <c:dLbl>
              <c:idx val="5"/>
              <c:layout>
                <c:manualLayout>
                  <c:x val="-9.7024906681989223E-2"/>
                  <c:y val="-9.0725272213196581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B-8B04-4111-B36A-B2ECEFDD7286}"/>
                </c:ext>
              </c:extLst>
            </c:dLbl>
            <c:dLbl>
              <c:idx val="6"/>
              <c:layout>
                <c:manualLayout>
                  <c:x val="-4.2395549153295402E-2"/>
                  <c:y val="-0.12237226891788734"/>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D-8B04-4111-B36A-B2ECEFDD7286}"/>
                </c:ext>
              </c:extLst>
            </c:dLbl>
            <c:spPr>
              <a:noFill/>
              <a:ln>
                <a:noFill/>
              </a:ln>
            </c:sp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rect">
                    <a:avLst/>
                  </a:prstGeom>
                </c15:spPr>
              </c:ext>
            </c:extLst>
          </c:dLbls>
          <c:cat>
            <c:strRef>
              <c:f>Musterdaten!$A$8:$A$14</c:f>
              <c:strCache>
                <c:ptCount val="7"/>
                <c:pt idx="0">
                  <c:v>Category A</c:v>
                </c:pt>
                <c:pt idx="1">
                  <c:v>Category B</c:v>
                </c:pt>
                <c:pt idx="2">
                  <c:v>Category C</c:v>
                </c:pt>
                <c:pt idx="3">
                  <c:v>Category D</c:v>
                </c:pt>
                <c:pt idx="4">
                  <c:v>Category E</c:v>
                </c:pt>
                <c:pt idx="5">
                  <c:v>Category F</c:v>
                </c:pt>
                <c:pt idx="6">
                  <c:v>Category G</c:v>
                </c:pt>
              </c:strCache>
            </c:strRef>
          </c:cat>
          <c:val>
            <c:numRef>
              <c:f>Musterdaten!$B$8:$B$14</c:f>
              <c:numCache>
                <c:formatCode>0.00</c:formatCode>
                <c:ptCount val="7"/>
                <c:pt idx="0">
                  <c:v>45</c:v>
                </c:pt>
                <c:pt idx="1">
                  <c:v>8</c:v>
                </c:pt>
                <c:pt idx="2">
                  <c:v>6</c:v>
                </c:pt>
                <c:pt idx="3">
                  <c:v>11</c:v>
                </c:pt>
                <c:pt idx="4">
                  <c:v>12</c:v>
                </c:pt>
                <c:pt idx="5">
                  <c:v>6</c:v>
                </c:pt>
                <c:pt idx="6">
                  <c:v>7</c:v>
                </c:pt>
              </c:numCache>
            </c:numRef>
          </c:val>
          <c:extLst>
            <c:ext xmlns:c16="http://schemas.microsoft.com/office/drawing/2014/chart" uri="{C3380CC4-5D6E-409C-BE32-E72D297353CC}">
              <c16:uniqueId val="{0000000E-8B04-4111-B36A-B2ECEFDD7286}"/>
            </c:ext>
          </c:extLst>
        </c:ser>
        <c:dLbls>
          <c:showLegendKey val="0"/>
          <c:showVal val="0"/>
          <c:showCatName val="0"/>
          <c:showSerName val="0"/>
          <c:showPercent val="1"/>
          <c:showBubbleSize val="0"/>
          <c:showLeaderLines val="0"/>
        </c:dLbls>
        <c:firstSliceAng val="0"/>
        <c:holeSize val="50"/>
      </c:doughnutChart>
      <c:spPr>
        <a:noFill/>
        <a:ln>
          <a:noFill/>
        </a:ln>
        <a:effectLst/>
      </c:spPr>
    </c:plotArea>
    <c:plotVisOnly val="1"/>
    <c:dispBlanksAs val="gap"/>
    <c:showDLblsOverMax val="0"/>
  </c:chart>
  <c:spPr>
    <a:solidFill>
      <a:schemeClr val="bg1"/>
    </a:solidFill>
    <a:ln w="6350" cap="flat" cmpd="sng" algn="ctr">
      <a:noFill/>
      <a:prstDash val="solid"/>
      <a:round/>
    </a:ln>
    <a:effectLst/>
  </c:spPr>
  <c:txPr>
    <a:bodyPr/>
    <a:lstStyle/>
    <a:p>
      <a:pPr>
        <a:defRPr sz="900">
          <a:solidFill>
            <a:sysClr val="windowText" lastClr="000000"/>
          </a:solidFill>
          <a:latin typeface="+mn-lt"/>
        </a:defRPr>
      </a:pPr>
      <a:endParaRPr lang="de-DE"/>
    </a:p>
  </c:txPr>
  <c:externalData r:id="rId1">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DADCE1-209B-4F37-A169-92C1C80F394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de-AT"/>
        </a:p>
      </dgm:t>
    </dgm:pt>
    <dgm:pt modelId="{4CECD30B-B273-4FC4-97B4-9FFE9D08CEA2}">
      <dgm:prSet phldrT="[Text]" custT="1"/>
      <dgm:spPr/>
      <dgm:t>
        <a:bodyPr/>
        <a:lstStyle/>
        <a:p>
          <a:pPr>
            <a:lnSpc>
              <a:spcPct val="110000"/>
            </a:lnSpc>
            <a:spcBef>
              <a:spcPts val="0"/>
            </a:spcBef>
            <a:spcAft>
              <a:spcPts val="0"/>
            </a:spcAft>
          </a:pPr>
          <a:r>
            <a:rPr lang="en-GB" sz="1400" b="1" dirty="0"/>
            <a:t>Title 1 </a:t>
          </a:r>
        </a:p>
      </dgm:t>
    </dgm:pt>
    <dgm:pt modelId="{BA9B0235-FB19-477D-A486-6F78A1CA1C97}" type="parTrans" cxnId="{074149CD-B62A-4234-B1AD-DDE1F9F0FABC}">
      <dgm:prSet/>
      <dgm:spPr/>
      <dgm:t>
        <a:bodyPr/>
        <a:lstStyle/>
        <a:p>
          <a:pPr>
            <a:lnSpc>
              <a:spcPct val="110000"/>
            </a:lnSpc>
            <a:spcBef>
              <a:spcPts val="0"/>
            </a:spcBef>
            <a:spcAft>
              <a:spcPts val="0"/>
            </a:spcAft>
          </a:pPr>
          <a:endParaRPr lang="de-AT"/>
        </a:p>
      </dgm:t>
    </dgm:pt>
    <dgm:pt modelId="{7878954A-9BD1-4015-B770-AA6AE1A29051}" type="sibTrans" cxnId="{074149CD-B62A-4234-B1AD-DDE1F9F0FABC}">
      <dgm:prSet/>
      <dgm:spPr/>
      <dgm:t>
        <a:bodyPr/>
        <a:lstStyle/>
        <a:p>
          <a:pPr>
            <a:lnSpc>
              <a:spcPct val="110000"/>
            </a:lnSpc>
            <a:spcBef>
              <a:spcPts val="0"/>
            </a:spcBef>
            <a:spcAft>
              <a:spcPts val="0"/>
            </a:spcAft>
          </a:pPr>
          <a:endParaRPr lang="de-AT"/>
        </a:p>
      </dgm:t>
    </dgm:pt>
    <dgm:pt modelId="{C8C82FFD-A8C9-4035-AB69-1641067CCFAA}">
      <dgm:prSet phldrT="[Text]" custT="1"/>
      <dgm:spPr/>
      <dgm:t>
        <a:bodyPr/>
        <a:lstStyle/>
        <a:p>
          <a:pPr>
            <a:lnSpc>
              <a:spcPct val="110000"/>
            </a:lnSpc>
            <a:spcBef>
              <a:spcPts val="0"/>
            </a:spcBef>
            <a:spcAft>
              <a:spcPts val="0"/>
            </a:spcAft>
          </a:pPr>
          <a:r>
            <a:rPr lang="de-DE" sz="1400" b="0" dirty="0"/>
            <a:t>Text</a:t>
          </a:r>
          <a:endParaRPr lang="de-AT" sz="1400" dirty="0"/>
        </a:p>
      </dgm:t>
    </dgm:pt>
    <dgm:pt modelId="{EC1E4969-AF31-4BE5-A579-68C7AE913B9E}" type="parTrans" cxnId="{88EB42A3-DCA6-4AE6-AED3-2B3B4B2FCB24}">
      <dgm:prSet/>
      <dgm:spPr/>
      <dgm:t>
        <a:bodyPr/>
        <a:lstStyle/>
        <a:p>
          <a:pPr>
            <a:lnSpc>
              <a:spcPct val="110000"/>
            </a:lnSpc>
            <a:spcBef>
              <a:spcPts val="0"/>
            </a:spcBef>
            <a:spcAft>
              <a:spcPts val="0"/>
            </a:spcAft>
          </a:pPr>
          <a:endParaRPr lang="de-AT"/>
        </a:p>
      </dgm:t>
    </dgm:pt>
    <dgm:pt modelId="{BA0AB3D3-09AF-49F5-8A6A-6956EC760C94}" type="sibTrans" cxnId="{88EB42A3-DCA6-4AE6-AED3-2B3B4B2FCB24}">
      <dgm:prSet/>
      <dgm:spPr/>
      <dgm:t>
        <a:bodyPr/>
        <a:lstStyle/>
        <a:p>
          <a:pPr>
            <a:lnSpc>
              <a:spcPct val="110000"/>
            </a:lnSpc>
            <a:spcBef>
              <a:spcPts val="0"/>
            </a:spcBef>
            <a:spcAft>
              <a:spcPts val="0"/>
            </a:spcAft>
          </a:pPr>
          <a:endParaRPr lang="de-AT"/>
        </a:p>
      </dgm:t>
    </dgm:pt>
    <dgm:pt modelId="{DB46545F-1C42-48B0-9EFA-8183402C452A}">
      <dgm:prSet phldrT="[Text]" custT="1"/>
      <dgm:spPr/>
      <dgm:t>
        <a:bodyPr/>
        <a:lstStyle/>
        <a:p>
          <a:pPr>
            <a:lnSpc>
              <a:spcPct val="110000"/>
            </a:lnSpc>
            <a:spcBef>
              <a:spcPts val="0"/>
            </a:spcBef>
            <a:spcAft>
              <a:spcPts val="0"/>
            </a:spcAft>
          </a:pPr>
          <a:r>
            <a:rPr lang="en-GB" sz="1400" b="1" dirty="0"/>
            <a:t>Title 2</a:t>
          </a:r>
        </a:p>
      </dgm:t>
    </dgm:pt>
    <dgm:pt modelId="{6875BEF9-13C8-48E4-A61F-FF2E9349759C}" type="parTrans" cxnId="{3FB9067F-0B10-4F0A-9959-8F976C67FB95}">
      <dgm:prSet/>
      <dgm:spPr/>
      <dgm:t>
        <a:bodyPr/>
        <a:lstStyle/>
        <a:p>
          <a:pPr>
            <a:lnSpc>
              <a:spcPct val="110000"/>
            </a:lnSpc>
            <a:spcBef>
              <a:spcPts val="0"/>
            </a:spcBef>
            <a:spcAft>
              <a:spcPts val="0"/>
            </a:spcAft>
          </a:pPr>
          <a:endParaRPr lang="de-AT"/>
        </a:p>
      </dgm:t>
    </dgm:pt>
    <dgm:pt modelId="{80870E79-0BA8-489F-BB41-107BC5CDF7DB}" type="sibTrans" cxnId="{3FB9067F-0B10-4F0A-9959-8F976C67FB95}">
      <dgm:prSet/>
      <dgm:spPr/>
      <dgm:t>
        <a:bodyPr/>
        <a:lstStyle/>
        <a:p>
          <a:pPr>
            <a:lnSpc>
              <a:spcPct val="110000"/>
            </a:lnSpc>
            <a:spcBef>
              <a:spcPts val="0"/>
            </a:spcBef>
            <a:spcAft>
              <a:spcPts val="0"/>
            </a:spcAft>
          </a:pPr>
          <a:endParaRPr lang="de-AT"/>
        </a:p>
      </dgm:t>
    </dgm:pt>
    <dgm:pt modelId="{0EDE6474-BB2C-4470-8D01-7B671950A45C}">
      <dgm:prSet phldrT="[Text]" custT="1"/>
      <dgm:spPr/>
      <dgm:t>
        <a:bodyPr/>
        <a:lstStyle/>
        <a:p>
          <a:pPr>
            <a:lnSpc>
              <a:spcPct val="110000"/>
            </a:lnSpc>
            <a:spcBef>
              <a:spcPts val="0"/>
            </a:spcBef>
            <a:spcAft>
              <a:spcPts val="0"/>
            </a:spcAft>
          </a:pPr>
          <a:r>
            <a:rPr lang="de-DE" sz="1400" b="0" dirty="0"/>
            <a:t>Text</a:t>
          </a:r>
          <a:endParaRPr lang="de-AT" sz="1400" dirty="0"/>
        </a:p>
      </dgm:t>
    </dgm:pt>
    <dgm:pt modelId="{7C8D7738-03B1-4EF1-AA73-B0CA35F93810}" type="parTrans" cxnId="{6915D2A3-A3A7-413A-8943-1E9B32C746D4}">
      <dgm:prSet/>
      <dgm:spPr/>
      <dgm:t>
        <a:bodyPr/>
        <a:lstStyle/>
        <a:p>
          <a:pPr>
            <a:lnSpc>
              <a:spcPct val="110000"/>
            </a:lnSpc>
            <a:spcBef>
              <a:spcPts val="0"/>
            </a:spcBef>
            <a:spcAft>
              <a:spcPts val="0"/>
            </a:spcAft>
          </a:pPr>
          <a:endParaRPr lang="de-AT"/>
        </a:p>
      </dgm:t>
    </dgm:pt>
    <dgm:pt modelId="{F32DFCEB-3F44-4FFC-BBB7-ECECB8B06564}" type="sibTrans" cxnId="{6915D2A3-A3A7-413A-8943-1E9B32C746D4}">
      <dgm:prSet/>
      <dgm:spPr/>
      <dgm:t>
        <a:bodyPr/>
        <a:lstStyle/>
        <a:p>
          <a:pPr>
            <a:lnSpc>
              <a:spcPct val="110000"/>
            </a:lnSpc>
            <a:spcBef>
              <a:spcPts val="0"/>
            </a:spcBef>
            <a:spcAft>
              <a:spcPts val="0"/>
            </a:spcAft>
          </a:pPr>
          <a:endParaRPr lang="de-AT"/>
        </a:p>
      </dgm:t>
    </dgm:pt>
    <dgm:pt modelId="{65DA2262-8543-49FC-AD69-D4BF0636AE61}">
      <dgm:prSet phldrT="[Text]" custT="1"/>
      <dgm:spPr/>
      <dgm:t>
        <a:bodyPr/>
        <a:lstStyle/>
        <a:p>
          <a:pPr>
            <a:lnSpc>
              <a:spcPct val="110000"/>
            </a:lnSpc>
            <a:spcBef>
              <a:spcPts val="0"/>
            </a:spcBef>
            <a:spcAft>
              <a:spcPts val="0"/>
            </a:spcAft>
          </a:pPr>
          <a:r>
            <a:rPr lang="en-GB" sz="1400" b="1" dirty="0"/>
            <a:t>Title 3</a:t>
          </a:r>
        </a:p>
      </dgm:t>
    </dgm:pt>
    <dgm:pt modelId="{DB0A54FD-349E-4773-BA95-2020712D17D8}" type="parTrans" cxnId="{696F6778-91E9-4157-8FCB-81B0B55C139C}">
      <dgm:prSet/>
      <dgm:spPr/>
      <dgm:t>
        <a:bodyPr/>
        <a:lstStyle/>
        <a:p>
          <a:pPr>
            <a:lnSpc>
              <a:spcPct val="110000"/>
            </a:lnSpc>
            <a:spcBef>
              <a:spcPts val="0"/>
            </a:spcBef>
            <a:spcAft>
              <a:spcPts val="0"/>
            </a:spcAft>
          </a:pPr>
          <a:endParaRPr lang="de-AT"/>
        </a:p>
      </dgm:t>
    </dgm:pt>
    <dgm:pt modelId="{7C3B7C63-7386-4EA1-828C-35FF452308C1}" type="sibTrans" cxnId="{696F6778-91E9-4157-8FCB-81B0B55C139C}">
      <dgm:prSet/>
      <dgm:spPr/>
      <dgm:t>
        <a:bodyPr/>
        <a:lstStyle/>
        <a:p>
          <a:pPr>
            <a:lnSpc>
              <a:spcPct val="110000"/>
            </a:lnSpc>
            <a:spcBef>
              <a:spcPts val="0"/>
            </a:spcBef>
            <a:spcAft>
              <a:spcPts val="0"/>
            </a:spcAft>
          </a:pPr>
          <a:endParaRPr lang="de-AT"/>
        </a:p>
      </dgm:t>
    </dgm:pt>
    <dgm:pt modelId="{5F353B82-DB80-442B-890A-547434AC7AAC}">
      <dgm:prSet phldrT="[Text]" custT="1"/>
      <dgm:spPr/>
      <dgm:t>
        <a:bodyPr/>
        <a:lstStyle/>
        <a:p>
          <a:pPr>
            <a:lnSpc>
              <a:spcPct val="110000"/>
            </a:lnSpc>
            <a:spcBef>
              <a:spcPts val="0"/>
            </a:spcBef>
            <a:spcAft>
              <a:spcPts val="0"/>
            </a:spcAft>
          </a:pPr>
          <a:r>
            <a:rPr lang="de-DE" sz="1400" b="0" dirty="0"/>
            <a:t>Text</a:t>
          </a:r>
          <a:endParaRPr lang="de-AT" sz="1400" dirty="0"/>
        </a:p>
      </dgm:t>
    </dgm:pt>
    <dgm:pt modelId="{A47EFF1E-28C3-41D2-B43A-8EAC0231462A}" type="parTrans" cxnId="{C3AD2494-F17B-473A-B569-AE418B5E412D}">
      <dgm:prSet/>
      <dgm:spPr/>
      <dgm:t>
        <a:bodyPr/>
        <a:lstStyle/>
        <a:p>
          <a:pPr>
            <a:lnSpc>
              <a:spcPct val="110000"/>
            </a:lnSpc>
            <a:spcBef>
              <a:spcPts val="0"/>
            </a:spcBef>
            <a:spcAft>
              <a:spcPts val="0"/>
            </a:spcAft>
          </a:pPr>
          <a:endParaRPr lang="de-AT"/>
        </a:p>
      </dgm:t>
    </dgm:pt>
    <dgm:pt modelId="{7CD16680-592C-4703-9D00-19348BA36919}" type="sibTrans" cxnId="{C3AD2494-F17B-473A-B569-AE418B5E412D}">
      <dgm:prSet/>
      <dgm:spPr/>
      <dgm:t>
        <a:bodyPr/>
        <a:lstStyle/>
        <a:p>
          <a:pPr>
            <a:lnSpc>
              <a:spcPct val="110000"/>
            </a:lnSpc>
            <a:spcBef>
              <a:spcPts val="0"/>
            </a:spcBef>
            <a:spcAft>
              <a:spcPts val="0"/>
            </a:spcAft>
          </a:pPr>
          <a:endParaRPr lang="de-AT"/>
        </a:p>
      </dgm:t>
    </dgm:pt>
    <dgm:pt modelId="{D553874D-F13B-44F8-A159-D255C7054B20}">
      <dgm:prSet custT="1"/>
      <dgm:spPr/>
      <dgm:t>
        <a:bodyPr/>
        <a:lstStyle/>
        <a:p>
          <a:pPr>
            <a:lnSpc>
              <a:spcPct val="110000"/>
            </a:lnSpc>
            <a:spcBef>
              <a:spcPts val="0"/>
            </a:spcBef>
            <a:spcAft>
              <a:spcPts val="0"/>
            </a:spcAft>
          </a:pPr>
          <a:r>
            <a:rPr lang="en-GB" sz="1400" b="1" dirty="0"/>
            <a:t>Title 4</a:t>
          </a:r>
        </a:p>
      </dgm:t>
    </dgm:pt>
    <dgm:pt modelId="{74397D93-0995-4696-B511-9364A42F1410}" type="parTrans" cxnId="{D8BDD26E-E4FB-46A9-BC21-931ABF771AEB}">
      <dgm:prSet/>
      <dgm:spPr/>
      <dgm:t>
        <a:bodyPr/>
        <a:lstStyle/>
        <a:p>
          <a:pPr>
            <a:lnSpc>
              <a:spcPct val="110000"/>
            </a:lnSpc>
            <a:spcBef>
              <a:spcPts val="0"/>
            </a:spcBef>
            <a:spcAft>
              <a:spcPts val="0"/>
            </a:spcAft>
          </a:pPr>
          <a:endParaRPr lang="de-AT"/>
        </a:p>
      </dgm:t>
    </dgm:pt>
    <dgm:pt modelId="{F9C4AD43-3B06-42EA-8A19-4FEDCE3F5E23}" type="sibTrans" cxnId="{D8BDD26E-E4FB-46A9-BC21-931ABF771AEB}">
      <dgm:prSet/>
      <dgm:spPr/>
      <dgm:t>
        <a:bodyPr/>
        <a:lstStyle/>
        <a:p>
          <a:pPr>
            <a:lnSpc>
              <a:spcPct val="110000"/>
            </a:lnSpc>
            <a:spcBef>
              <a:spcPts val="0"/>
            </a:spcBef>
            <a:spcAft>
              <a:spcPts val="0"/>
            </a:spcAft>
          </a:pPr>
          <a:endParaRPr lang="de-AT"/>
        </a:p>
      </dgm:t>
    </dgm:pt>
    <dgm:pt modelId="{E04B2158-B6A4-42E7-A21B-8AAEC5634996}">
      <dgm:prSet custT="1"/>
      <dgm:spPr/>
      <dgm:t>
        <a:bodyPr/>
        <a:lstStyle/>
        <a:p>
          <a:pPr>
            <a:lnSpc>
              <a:spcPct val="110000"/>
            </a:lnSpc>
            <a:spcBef>
              <a:spcPts val="0"/>
            </a:spcBef>
            <a:spcAft>
              <a:spcPts val="0"/>
            </a:spcAft>
          </a:pPr>
          <a:r>
            <a:rPr lang="de-DE" sz="1400" b="0" dirty="0"/>
            <a:t>Text</a:t>
          </a:r>
          <a:endParaRPr lang="de-AT" sz="1400" dirty="0"/>
        </a:p>
      </dgm:t>
    </dgm:pt>
    <dgm:pt modelId="{1A38F8BF-00B6-4123-9425-E43716B4A2D3}" type="parTrans" cxnId="{D9B05CB5-EB5E-437C-98C4-38935A2A6AB1}">
      <dgm:prSet/>
      <dgm:spPr/>
      <dgm:t>
        <a:bodyPr/>
        <a:lstStyle/>
        <a:p>
          <a:pPr>
            <a:lnSpc>
              <a:spcPct val="110000"/>
            </a:lnSpc>
            <a:spcBef>
              <a:spcPts val="0"/>
            </a:spcBef>
            <a:spcAft>
              <a:spcPts val="0"/>
            </a:spcAft>
          </a:pPr>
          <a:endParaRPr lang="de-AT"/>
        </a:p>
      </dgm:t>
    </dgm:pt>
    <dgm:pt modelId="{933513F6-6EAC-4C08-96E2-45DE8AE759FB}" type="sibTrans" cxnId="{D9B05CB5-EB5E-437C-98C4-38935A2A6AB1}">
      <dgm:prSet/>
      <dgm:spPr/>
      <dgm:t>
        <a:bodyPr/>
        <a:lstStyle/>
        <a:p>
          <a:pPr>
            <a:lnSpc>
              <a:spcPct val="110000"/>
            </a:lnSpc>
            <a:spcBef>
              <a:spcPts val="0"/>
            </a:spcBef>
            <a:spcAft>
              <a:spcPts val="0"/>
            </a:spcAft>
          </a:pPr>
          <a:endParaRPr lang="de-AT"/>
        </a:p>
      </dgm:t>
    </dgm:pt>
    <dgm:pt modelId="{6F88EFE2-300C-406C-9A1D-84E6BFE0A09B}">
      <dgm:prSet phldrT="[Text]" custT="1"/>
      <dgm:spPr/>
      <dgm:t>
        <a:bodyPr/>
        <a:lstStyle/>
        <a:p>
          <a:pPr>
            <a:lnSpc>
              <a:spcPct val="110000"/>
            </a:lnSpc>
            <a:spcBef>
              <a:spcPts val="0"/>
            </a:spcBef>
            <a:spcAft>
              <a:spcPts val="0"/>
            </a:spcAft>
          </a:pPr>
          <a:endParaRPr lang="de-AT" sz="1400" dirty="0"/>
        </a:p>
      </dgm:t>
    </dgm:pt>
    <dgm:pt modelId="{7D2FB03B-BA80-44F5-9B6A-8B761A699F89}" type="parTrans" cxnId="{34603DE1-AC53-4BAA-BD30-AF810BB10913}">
      <dgm:prSet/>
      <dgm:spPr/>
      <dgm:t>
        <a:bodyPr/>
        <a:lstStyle/>
        <a:p>
          <a:endParaRPr lang="de-AT"/>
        </a:p>
      </dgm:t>
    </dgm:pt>
    <dgm:pt modelId="{3B29CD36-C759-4578-8408-7A06B31AFC3C}" type="sibTrans" cxnId="{34603DE1-AC53-4BAA-BD30-AF810BB10913}">
      <dgm:prSet/>
      <dgm:spPr/>
      <dgm:t>
        <a:bodyPr/>
        <a:lstStyle/>
        <a:p>
          <a:endParaRPr lang="de-AT"/>
        </a:p>
      </dgm:t>
    </dgm:pt>
    <dgm:pt modelId="{56F09602-2F3C-4874-B3C0-3BAEE07BEBB7}">
      <dgm:prSet phldrT="[Text]" custT="1"/>
      <dgm:spPr/>
      <dgm:t>
        <a:bodyPr/>
        <a:lstStyle/>
        <a:p>
          <a:pPr>
            <a:lnSpc>
              <a:spcPct val="110000"/>
            </a:lnSpc>
            <a:spcBef>
              <a:spcPts val="0"/>
            </a:spcBef>
            <a:spcAft>
              <a:spcPts val="0"/>
            </a:spcAft>
          </a:pPr>
          <a:r>
            <a:rPr lang="de-AT" sz="1400" dirty="0"/>
            <a:t>Text</a:t>
          </a:r>
        </a:p>
      </dgm:t>
    </dgm:pt>
    <dgm:pt modelId="{3ED0B1FF-402C-48DA-B3C6-A5A8E0AF0F41}" type="parTrans" cxnId="{12A1C3DC-6F66-4792-9BB2-B6EA5C27BC52}">
      <dgm:prSet/>
      <dgm:spPr/>
      <dgm:t>
        <a:bodyPr/>
        <a:lstStyle/>
        <a:p>
          <a:endParaRPr lang="de-AT"/>
        </a:p>
      </dgm:t>
    </dgm:pt>
    <dgm:pt modelId="{A9B04E3B-7ABA-46F3-9865-5C52FF211F6F}" type="sibTrans" cxnId="{12A1C3DC-6F66-4792-9BB2-B6EA5C27BC52}">
      <dgm:prSet/>
      <dgm:spPr/>
      <dgm:t>
        <a:bodyPr/>
        <a:lstStyle/>
        <a:p>
          <a:endParaRPr lang="de-AT"/>
        </a:p>
      </dgm:t>
    </dgm:pt>
    <dgm:pt modelId="{F0AC7677-E254-4F18-8E50-5477818B2DDA}">
      <dgm:prSet/>
      <dgm:spPr/>
      <dgm:t>
        <a:bodyPr/>
        <a:lstStyle/>
        <a:p>
          <a:endParaRPr lang="de-AT" dirty="0"/>
        </a:p>
      </dgm:t>
    </dgm:pt>
    <dgm:pt modelId="{19B15C13-C8D6-4123-BE2C-DC6A5FE9735D}" type="parTrans" cxnId="{19070702-D8D9-454D-BFAE-909D45DBDFDA}">
      <dgm:prSet/>
      <dgm:spPr/>
      <dgm:t>
        <a:bodyPr/>
        <a:lstStyle/>
        <a:p>
          <a:endParaRPr lang="de-AT"/>
        </a:p>
      </dgm:t>
    </dgm:pt>
    <dgm:pt modelId="{6B0B0AE0-0C82-4007-A68D-390856C0CE67}" type="sibTrans" cxnId="{19070702-D8D9-454D-BFAE-909D45DBDFDA}">
      <dgm:prSet/>
      <dgm:spPr/>
      <dgm:t>
        <a:bodyPr/>
        <a:lstStyle/>
        <a:p>
          <a:endParaRPr lang="de-AT"/>
        </a:p>
      </dgm:t>
    </dgm:pt>
    <dgm:pt modelId="{F78EF481-73F2-4718-AC5B-2CA207CD46B7}" type="pres">
      <dgm:prSet presAssocID="{C0DADCE1-209B-4F37-A169-92C1C80F3943}" presName="Name0" presStyleCnt="0">
        <dgm:presLayoutVars>
          <dgm:dir/>
          <dgm:animLvl val="lvl"/>
          <dgm:resizeHandles val="exact"/>
        </dgm:presLayoutVars>
      </dgm:prSet>
      <dgm:spPr/>
    </dgm:pt>
    <dgm:pt modelId="{660D2C06-A8F4-48A0-A209-0A769E5A3C84}" type="pres">
      <dgm:prSet presAssocID="{4CECD30B-B273-4FC4-97B4-9FFE9D08CEA2}" presName="composite" presStyleCnt="0"/>
      <dgm:spPr/>
    </dgm:pt>
    <dgm:pt modelId="{C0BE0AC2-2A47-43A1-92FF-B3A7BF1B3D06}" type="pres">
      <dgm:prSet presAssocID="{4CECD30B-B273-4FC4-97B4-9FFE9D08CEA2}" presName="parTx" presStyleLbl="alignNode1" presStyleIdx="0" presStyleCnt="4">
        <dgm:presLayoutVars>
          <dgm:chMax val="0"/>
          <dgm:chPref val="0"/>
          <dgm:bulletEnabled val="1"/>
        </dgm:presLayoutVars>
      </dgm:prSet>
      <dgm:spPr/>
    </dgm:pt>
    <dgm:pt modelId="{91E4C61F-7C52-426E-9419-312040B44658}" type="pres">
      <dgm:prSet presAssocID="{4CECD30B-B273-4FC4-97B4-9FFE9D08CEA2}" presName="desTx" presStyleLbl="alignAccFollowNode1" presStyleIdx="0" presStyleCnt="4">
        <dgm:presLayoutVars>
          <dgm:bulletEnabled val="1"/>
        </dgm:presLayoutVars>
      </dgm:prSet>
      <dgm:spPr/>
    </dgm:pt>
    <dgm:pt modelId="{EAD2B420-D68E-4C82-8E34-6BEFFE154DF7}" type="pres">
      <dgm:prSet presAssocID="{7878954A-9BD1-4015-B770-AA6AE1A29051}" presName="space" presStyleCnt="0"/>
      <dgm:spPr/>
    </dgm:pt>
    <dgm:pt modelId="{871CC1A4-86DF-4BD0-82C5-E217C54E9B52}" type="pres">
      <dgm:prSet presAssocID="{DB46545F-1C42-48B0-9EFA-8183402C452A}" presName="composite" presStyleCnt="0"/>
      <dgm:spPr/>
    </dgm:pt>
    <dgm:pt modelId="{FD282EC7-386B-410D-87BE-3FB6CC098E70}" type="pres">
      <dgm:prSet presAssocID="{DB46545F-1C42-48B0-9EFA-8183402C452A}" presName="parTx" presStyleLbl="alignNode1" presStyleIdx="1" presStyleCnt="4">
        <dgm:presLayoutVars>
          <dgm:chMax val="0"/>
          <dgm:chPref val="0"/>
          <dgm:bulletEnabled val="1"/>
        </dgm:presLayoutVars>
      </dgm:prSet>
      <dgm:spPr/>
    </dgm:pt>
    <dgm:pt modelId="{9A50B2AE-D25B-4791-8DD2-E0BBBDD10686}" type="pres">
      <dgm:prSet presAssocID="{DB46545F-1C42-48B0-9EFA-8183402C452A}" presName="desTx" presStyleLbl="alignAccFollowNode1" presStyleIdx="1" presStyleCnt="4">
        <dgm:presLayoutVars>
          <dgm:bulletEnabled val="1"/>
        </dgm:presLayoutVars>
      </dgm:prSet>
      <dgm:spPr/>
    </dgm:pt>
    <dgm:pt modelId="{3B37F5FD-E125-4329-9758-7A3964F46789}" type="pres">
      <dgm:prSet presAssocID="{80870E79-0BA8-489F-BB41-107BC5CDF7DB}" presName="space" presStyleCnt="0"/>
      <dgm:spPr/>
    </dgm:pt>
    <dgm:pt modelId="{3D2EC936-503C-4A39-A6AE-8C041A434724}" type="pres">
      <dgm:prSet presAssocID="{65DA2262-8543-49FC-AD69-D4BF0636AE61}" presName="composite" presStyleCnt="0"/>
      <dgm:spPr/>
    </dgm:pt>
    <dgm:pt modelId="{6F25EFC5-40DE-4C41-8EE4-2A362947BE62}" type="pres">
      <dgm:prSet presAssocID="{65DA2262-8543-49FC-AD69-D4BF0636AE61}" presName="parTx" presStyleLbl="alignNode1" presStyleIdx="2" presStyleCnt="4">
        <dgm:presLayoutVars>
          <dgm:chMax val="0"/>
          <dgm:chPref val="0"/>
          <dgm:bulletEnabled val="1"/>
        </dgm:presLayoutVars>
      </dgm:prSet>
      <dgm:spPr/>
    </dgm:pt>
    <dgm:pt modelId="{3F1027D8-7003-482C-9687-F10BEBE5F2B5}" type="pres">
      <dgm:prSet presAssocID="{65DA2262-8543-49FC-AD69-D4BF0636AE61}" presName="desTx" presStyleLbl="alignAccFollowNode1" presStyleIdx="2" presStyleCnt="4">
        <dgm:presLayoutVars>
          <dgm:bulletEnabled val="1"/>
        </dgm:presLayoutVars>
      </dgm:prSet>
      <dgm:spPr/>
    </dgm:pt>
    <dgm:pt modelId="{BF94A397-AC28-49B7-B97D-58316D88BD99}" type="pres">
      <dgm:prSet presAssocID="{7C3B7C63-7386-4EA1-828C-35FF452308C1}" presName="space" presStyleCnt="0"/>
      <dgm:spPr/>
    </dgm:pt>
    <dgm:pt modelId="{BCDCF4BF-4E05-4ADC-BF46-9BC344C66CF2}" type="pres">
      <dgm:prSet presAssocID="{D553874D-F13B-44F8-A159-D255C7054B20}" presName="composite" presStyleCnt="0"/>
      <dgm:spPr/>
    </dgm:pt>
    <dgm:pt modelId="{ADC1CC55-DA0A-49EE-A5F5-8353F4CAE566}" type="pres">
      <dgm:prSet presAssocID="{D553874D-F13B-44F8-A159-D255C7054B20}" presName="parTx" presStyleLbl="alignNode1" presStyleIdx="3" presStyleCnt="4">
        <dgm:presLayoutVars>
          <dgm:chMax val="0"/>
          <dgm:chPref val="0"/>
          <dgm:bulletEnabled val="1"/>
        </dgm:presLayoutVars>
      </dgm:prSet>
      <dgm:spPr/>
    </dgm:pt>
    <dgm:pt modelId="{6D33E3F4-BAF6-4823-AC4F-E6FA0DDE3FA9}" type="pres">
      <dgm:prSet presAssocID="{D553874D-F13B-44F8-A159-D255C7054B20}" presName="desTx" presStyleLbl="alignAccFollowNode1" presStyleIdx="3" presStyleCnt="4">
        <dgm:presLayoutVars>
          <dgm:bulletEnabled val="1"/>
        </dgm:presLayoutVars>
      </dgm:prSet>
      <dgm:spPr/>
    </dgm:pt>
  </dgm:ptLst>
  <dgm:cxnLst>
    <dgm:cxn modelId="{19070702-D8D9-454D-BFAE-909D45DBDFDA}" srcId="{65DA2262-8543-49FC-AD69-D4BF0636AE61}" destId="{F0AC7677-E254-4F18-8E50-5477818B2DDA}" srcOrd="1" destOrd="0" parTransId="{19B15C13-C8D6-4123-BE2C-DC6A5FE9735D}" sibTransId="{6B0B0AE0-0C82-4007-A68D-390856C0CE67}"/>
    <dgm:cxn modelId="{9BDFA707-65C5-4620-A825-368141FC3F45}" type="presOf" srcId="{D553874D-F13B-44F8-A159-D255C7054B20}" destId="{ADC1CC55-DA0A-49EE-A5F5-8353F4CAE566}" srcOrd="0" destOrd="0" presId="urn:microsoft.com/office/officeart/2005/8/layout/hList1"/>
    <dgm:cxn modelId="{F4E01D18-6C77-46D2-884C-CCF091A1C65B}" type="presOf" srcId="{65DA2262-8543-49FC-AD69-D4BF0636AE61}" destId="{6F25EFC5-40DE-4C41-8EE4-2A362947BE62}" srcOrd="0" destOrd="0" presId="urn:microsoft.com/office/officeart/2005/8/layout/hList1"/>
    <dgm:cxn modelId="{A4436B20-FC7D-41F2-8AEB-3EAFC8E7F538}" type="presOf" srcId="{C0DADCE1-209B-4F37-A169-92C1C80F3943}" destId="{F78EF481-73F2-4718-AC5B-2CA207CD46B7}" srcOrd="0" destOrd="0" presId="urn:microsoft.com/office/officeart/2005/8/layout/hList1"/>
    <dgm:cxn modelId="{97356028-8823-4942-96FE-75DA9E9E4E5F}" type="presOf" srcId="{4CECD30B-B273-4FC4-97B4-9FFE9D08CEA2}" destId="{C0BE0AC2-2A47-43A1-92FF-B3A7BF1B3D06}" srcOrd="0" destOrd="0" presId="urn:microsoft.com/office/officeart/2005/8/layout/hList1"/>
    <dgm:cxn modelId="{CFFA4165-2981-4573-B13B-711CE5C313A3}" type="presOf" srcId="{56F09602-2F3C-4874-B3C0-3BAEE07BEBB7}" destId="{91E4C61F-7C52-426E-9419-312040B44658}" srcOrd="0" destOrd="1" presId="urn:microsoft.com/office/officeart/2005/8/layout/hList1"/>
    <dgm:cxn modelId="{8FF5FE6C-B202-4209-9739-2432A9B9ED86}" type="presOf" srcId="{5F353B82-DB80-442B-890A-547434AC7AAC}" destId="{3F1027D8-7003-482C-9687-F10BEBE5F2B5}" srcOrd="0" destOrd="0" presId="urn:microsoft.com/office/officeart/2005/8/layout/hList1"/>
    <dgm:cxn modelId="{D8BDD26E-E4FB-46A9-BC21-931ABF771AEB}" srcId="{C0DADCE1-209B-4F37-A169-92C1C80F3943}" destId="{D553874D-F13B-44F8-A159-D255C7054B20}" srcOrd="3" destOrd="0" parTransId="{74397D93-0995-4696-B511-9364A42F1410}" sibTransId="{F9C4AD43-3B06-42EA-8A19-4FEDCE3F5E23}"/>
    <dgm:cxn modelId="{696F6778-91E9-4157-8FCB-81B0B55C139C}" srcId="{C0DADCE1-209B-4F37-A169-92C1C80F3943}" destId="{65DA2262-8543-49FC-AD69-D4BF0636AE61}" srcOrd="2" destOrd="0" parTransId="{DB0A54FD-349E-4773-BA95-2020712D17D8}" sibTransId="{7C3B7C63-7386-4EA1-828C-35FF452308C1}"/>
    <dgm:cxn modelId="{3FB9067F-0B10-4F0A-9959-8F976C67FB95}" srcId="{C0DADCE1-209B-4F37-A169-92C1C80F3943}" destId="{DB46545F-1C42-48B0-9EFA-8183402C452A}" srcOrd="1" destOrd="0" parTransId="{6875BEF9-13C8-48E4-A61F-FF2E9349759C}" sibTransId="{80870E79-0BA8-489F-BB41-107BC5CDF7DB}"/>
    <dgm:cxn modelId="{F9AE9C85-8EDD-4DC8-BF0E-C03A2FE7FEE1}" type="presOf" srcId="{6F88EFE2-300C-406C-9A1D-84E6BFE0A09B}" destId="{91E4C61F-7C52-426E-9419-312040B44658}" srcOrd="0" destOrd="2" presId="urn:microsoft.com/office/officeart/2005/8/layout/hList1"/>
    <dgm:cxn modelId="{0B6C798D-025C-4269-B58E-8FD91E435EF6}" type="presOf" srcId="{0EDE6474-BB2C-4470-8D01-7B671950A45C}" destId="{9A50B2AE-D25B-4791-8DD2-E0BBBDD10686}" srcOrd="0" destOrd="0" presId="urn:microsoft.com/office/officeart/2005/8/layout/hList1"/>
    <dgm:cxn modelId="{C3AD2494-F17B-473A-B569-AE418B5E412D}" srcId="{65DA2262-8543-49FC-AD69-D4BF0636AE61}" destId="{5F353B82-DB80-442B-890A-547434AC7AAC}" srcOrd="0" destOrd="0" parTransId="{A47EFF1E-28C3-41D2-B43A-8EAC0231462A}" sibTransId="{7CD16680-592C-4703-9D00-19348BA36919}"/>
    <dgm:cxn modelId="{88EB42A3-DCA6-4AE6-AED3-2B3B4B2FCB24}" srcId="{4CECD30B-B273-4FC4-97B4-9FFE9D08CEA2}" destId="{C8C82FFD-A8C9-4035-AB69-1641067CCFAA}" srcOrd="0" destOrd="0" parTransId="{EC1E4969-AF31-4BE5-A579-68C7AE913B9E}" sibTransId="{BA0AB3D3-09AF-49F5-8A6A-6956EC760C94}"/>
    <dgm:cxn modelId="{6915D2A3-A3A7-413A-8943-1E9B32C746D4}" srcId="{DB46545F-1C42-48B0-9EFA-8183402C452A}" destId="{0EDE6474-BB2C-4470-8D01-7B671950A45C}" srcOrd="0" destOrd="0" parTransId="{7C8D7738-03B1-4EF1-AA73-B0CA35F93810}" sibTransId="{F32DFCEB-3F44-4FFC-BBB7-ECECB8B06564}"/>
    <dgm:cxn modelId="{9734C6A8-C7E7-45DB-96F5-7B7BE0024C65}" type="presOf" srcId="{F0AC7677-E254-4F18-8E50-5477818B2DDA}" destId="{3F1027D8-7003-482C-9687-F10BEBE5F2B5}" srcOrd="0" destOrd="1" presId="urn:microsoft.com/office/officeart/2005/8/layout/hList1"/>
    <dgm:cxn modelId="{D9B05CB5-EB5E-437C-98C4-38935A2A6AB1}" srcId="{D553874D-F13B-44F8-A159-D255C7054B20}" destId="{E04B2158-B6A4-42E7-A21B-8AAEC5634996}" srcOrd="0" destOrd="0" parTransId="{1A38F8BF-00B6-4123-9425-E43716B4A2D3}" sibTransId="{933513F6-6EAC-4C08-96E2-45DE8AE759FB}"/>
    <dgm:cxn modelId="{F71661CD-0FA3-4963-810E-7855D0C0EDF1}" type="presOf" srcId="{DB46545F-1C42-48B0-9EFA-8183402C452A}" destId="{FD282EC7-386B-410D-87BE-3FB6CC098E70}" srcOrd="0" destOrd="0" presId="urn:microsoft.com/office/officeart/2005/8/layout/hList1"/>
    <dgm:cxn modelId="{074149CD-B62A-4234-B1AD-DDE1F9F0FABC}" srcId="{C0DADCE1-209B-4F37-A169-92C1C80F3943}" destId="{4CECD30B-B273-4FC4-97B4-9FFE9D08CEA2}" srcOrd="0" destOrd="0" parTransId="{BA9B0235-FB19-477D-A486-6F78A1CA1C97}" sibTransId="{7878954A-9BD1-4015-B770-AA6AE1A29051}"/>
    <dgm:cxn modelId="{12A1C3DC-6F66-4792-9BB2-B6EA5C27BC52}" srcId="{4CECD30B-B273-4FC4-97B4-9FFE9D08CEA2}" destId="{56F09602-2F3C-4874-B3C0-3BAEE07BEBB7}" srcOrd="1" destOrd="0" parTransId="{3ED0B1FF-402C-48DA-B3C6-A5A8E0AF0F41}" sibTransId="{A9B04E3B-7ABA-46F3-9865-5C52FF211F6F}"/>
    <dgm:cxn modelId="{34603DE1-AC53-4BAA-BD30-AF810BB10913}" srcId="{4CECD30B-B273-4FC4-97B4-9FFE9D08CEA2}" destId="{6F88EFE2-300C-406C-9A1D-84E6BFE0A09B}" srcOrd="2" destOrd="0" parTransId="{7D2FB03B-BA80-44F5-9B6A-8B761A699F89}" sibTransId="{3B29CD36-C759-4578-8408-7A06B31AFC3C}"/>
    <dgm:cxn modelId="{EACC23EC-7BB0-47B2-8A4F-A1073B014E14}" type="presOf" srcId="{E04B2158-B6A4-42E7-A21B-8AAEC5634996}" destId="{6D33E3F4-BAF6-4823-AC4F-E6FA0DDE3FA9}" srcOrd="0" destOrd="0" presId="urn:microsoft.com/office/officeart/2005/8/layout/hList1"/>
    <dgm:cxn modelId="{DF432BF3-422B-449B-A0C7-3911AFEFC169}" type="presOf" srcId="{C8C82FFD-A8C9-4035-AB69-1641067CCFAA}" destId="{91E4C61F-7C52-426E-9419-312040B44658}" srcOrd="0" destOrd="0" presId="urn:microsoft.com/office/officeart/2005/8/layout/hList1"/>
    <dgm:cxn modelId="{AA66A709-82D8-4E5D-B883-210C3B1497C9}" type="presParOf" srcId="{F78EF481-73F2-4718-AC5B-2CA207CD46B7}" destId="{660D2C06-A8F4-48A0-A209-0A769E5A3C84}" srcOrd="0" destOrd="0" presId="urn:microsoft.com/office/officeart/2005/8/layout/hList1"/>
    <dgm:cxn modelId="{448BC5B0-B383-4256-BDBF-C648E14EACA1}" type="presParOf" srcId="{660D2C06-A8F4-48A0-A209-0A769E5A3C84}" destId="{C0BE0AC2-2A47-43A1-92FF-B3A7BF1B3D06}" srcOrd="0" destOrd="0" presId="urn:microsoft.com/office/officeart/2005/8/layout/hList1"/>
    <dgm:cxn modelId="{755BA667-8305-4733-B510-DD31E9CEC173}" type="presParOf" srcId="{660D2C06-A8F4-48A0-A209-0A769E5A3C84}" destId="{91E4C61F-7C52-426E-9419-312040B44658}" srcOrd="1" destOrd="0" presId="urn:microsoft.com/office/officeart/2005/8/layout/hList1"/>
    <dgm:cxn modelId="{E33E32AF-CC45-4DFD-8283-1924261A04F8}" type="presParOf" srcId="{F78EF481-73F2-4718-AC5B-2CA207CD46B7}" destId="{EAD2B420-D68E-4C82-8E34-6BEFFE154DF7}" srcOrd="1" destOrd="0" presId="urn:microsoft.com/office/officeart/2005/8/layout/hList1"/>
    <dgm:cxn modelId="{651F1D0D-C8B6-4325-8B17-58A5F1D262D9}" type="presParOf" srcId="{F78EF481-73F2-4718-AC5B-2CA207CD46B7}" destId="{871CC1A4-86DF-4BD0-82C5-E217C54E9B52}" srcOrd="2" destOrd="0" presId="urn:microsoft.com/office/officeart/2005/8/layout/hList1"/>
    <dgm:cxn modelId="{F0889279-4611-4F97-A3D8-71114CDE9FCB}" type="presParOf" srcId="{871CC1A4-86DF-4BD0-82C5-E217C54E9B52}" destId="{FD282EC7-386B-410D-87BE-3FB6CC098E70}" srcOrd="0" destOrd="0" presId="urn:microsoft.com/office/officeart/2005/8/layout/hList1"/>
    <dgm:cxn modelId="{724035AD-DD3C-4E44-81B8-16E99B78B5BC}" type="presParOf" srcId="{871CC1A4-86DF-4BD0-82C5-E217C54E9B52}" destId="{9A50B2AE-D25B-4791-8DD2-E0BBBDD10686}" srcOrd="1" destOrd="0" presId="urn:microsoft.com/office/officeart/2005/8/layout/hList1"/>
    <dgm:cxn modelId="{5E0A888B-D4EA-44BE-B5EC-B0CB7ABA2AE5}" type="presParOf" srcId="{F78EF481-73F2-4718-AC5B-2CA207CD46B7}" destId="{3B37F5FD-E125-4329-9758-7A3964F46789}" srcOrd="3" destOrd="0" presId="urn:microsoft.com/office/officeart/2005/8/layout/hList1"/>
    <dgm:cxn modelId="{C65C3EA4-3502-49C9-A3EA-FAC3B6F5B021}" type="presParOf" srcId="{F78EF481-73F2-4718-AC5B-2CA207CD46B7}" destId="{3D2EC936-503C-4A39-A6AE-8C041A434724}" srcOrd="4" destOrd="0" presId="urn:microsoft.com/office/officeart/2005/8/layout/hList1"/>
    <dgm:cxn modelId="{7E91BFE9-0333-4278-BA6A-E53C79F963F8}" type="presParOf" srcId="{3D2EC936-503C-4A39-A6AE-8C041A434724}" destId="{6F25EFC5-40DE-4C41-8EE4-2A362947BE62}" srcOrd="0" destOrd="0" presId="urn:microsoft.com/office/officeart/2005/8/layout/hList1"/>
    <dgm:cxn modelId="{8DAA75BA-F7B1-4EA1-9E24-476B3D80A771}" type="presParOf" srcId="{3D2EC936-503C-4A39-A6AE-8C041A434724}" destId="{3F1027D8-7003-482C-9687-F10BEBE5F2B5}" srcOrd="1" destOrd="0" presId="urn:microsoft.com/office/officeart/2005/8/layout/hList1"/>
    <dgm:cxn modelId="{5EC80347-CA96-497B-8949-F0761E5D5B02}" type="presParOf" srcId="{F78EF481-73F2-4718-AC5B-2CA207CD46B7}" destId="{BF94A397-AC28-49B7-B97D-58316D88BD99}" srcOrd="5" destOrd="0" presId="urn:microsoft.com/office/officeart/2005/8/layout/hList1"/>
    <dgm:cxn modelId="{CD1FD50B-307D-4186-9A69-F6A2065897A1}" type="presParOf" srcId="{F78EF481-73F2-4718-AC5B-2CA207CD46B7}" destId="{BCDCF4BF-4E05-4ADC-BF46-9BC344C66CF2}" srcOrd="6" destOrd="0" presId="urn:microsoft.com/office/officeart/2005/8/layout/hList1"/>
    <dgm:cxn modelId="{9BE950FB-53B9-454C-8A1E-1F0A81F24A7B}" type="presParOf" srcId="{BCDCF4BF-4E05-4ADC-BF46-9BC344C66CF2}" destId="{ADC1CC55-DA0A-49EE-A5F5-8353F4CAE566}" srcOrd="0" destOrd="0" presId="urn:microsoft.com/office/officeart/2005/8/layout/hList1"/>
    <dgm:cxn modelId="{0AF067A3-313A-4976-BBF5-2DF8A553C13A}" type="presParOf" srcId="{BCDCF4BF-4E05-4ADC-BF46-9BC344C66CF2}" destId="{6D33E3F4-BAF6-4823-AC4F-E6FA0DDE3FA9}" srcOrd="1" destOrd="0" presId="urn:microsoft.com/office/officeart/2005/8/layout/hList1"/>
  </dgm:cxnLst>
  <dgm:bg>
    <a:effect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7E81DF2F-CD0B-4F9A-8796-6BF14E775C4A}" type="doc">
      <dgm:prSet loTypeId="urn:microsoft.com/office/officeart/2005/8/layout/hierarchy6" loCatId="hierarchy" qsTypeId="urn:microsoft.com/office/officeart/2005/8/quickstyle/simple1" qsCatId="simple" csTypeId="urn:microsoft.com/office/officeart/2005/8/colors/accent1_3" csCatId="accent1" phldr="1"/>
      <dgm:spPr/>
      <dgm:t>
        <a:bodyPr/>
        <a:lstStyle/>
        <a:p>
          <a:endParaRPr lang="de-AT"/>
        </a:p>
      </dgm:t>
    </dgm:pt>
    <dgm:pt modelId="{990D18C1-1A37-45EA-8279-51774214B631}">
      <dgm:prSet phldrT="[Text]"/>
      <dgm:spPr/>
      <dgm:t>
        <a:bodyPr/>
        <a:lstStyle/>
        <a:p>
          <a:r>
            <a:rPr lang="en-GB" b="1" dirty="0"/>
            <a:t>Manager</a:t>
          </a:r>
        </a:p>
      </dgm:t>
    </dgm:pt>
    <dgm:pt modelId="{493A5CA0-DD85-4C5D-B5F8-62B38597600B}" type="parTrans" cxnId="{34319A6A-9665-4676-BC6A-6918ACA4589A}">
      <dgm:prSet/>
      <dgm:spPr/>
      <dgm:t>
        <a:bodyPr/>
        <a:lstStyle/>
        <a:p>
          <a:endParaRPr lang="de-AT"/>
        </a:p>
      </dgm:t>
    </dgm:pt>
    <dgm:pt modelId="{4754ADDB-EFAE-4825-BD40-0E02D20741DF}" type="sibTrans" cxnId="{34319A6A-9665-4676-BC6A-6918ACA4589A}">
      <dgm:prSet/>
      <dgm:spPr/>
      <dgm:t>
        <a:bodyPr/>
        <a:lstStyle/>
        <a:p>
          <a:endParaRPr lang="de-AT"/>
        </a:p>
      </dgm:t>
    </dgm:pt>
    <dgm:pt modelId="{529599D5-504E-4AC3-9C00-A247E4AC7E46}" type="asst">
      <dgm:prSet phldrT="[Text]"/>
      <dgm:spPr/>
      <dgm:t>
        <a:bodyPr/>
        <a:lstStyle/>
        <a:p>
          <a:r>
            <a:rPr lang="de-AT" dirty="0"/>
            <a:t>Stabstelle</a:t>
          </a:r>
        </a:p>
      </dgm:t>
    </dgm:pt>
    <dgm:pt modelId="{6986BBAC-15EA-4936-84E4-737F9B100E41}" type="parTrans" cxnId="{970F8A89-9917-4941-B0F5-EC7FCF692DE1}">
      <dgm:prSet/>
      <dgm:spPr/>
      <dgm:t>
        <a:bodyPr/>
        <a:lstStyle/>
        <a:p>
          <a:endParaRPr lang="de-AT"/>
        </a:p>
      </dgm:t>
    </dgm:pt>
    <dgm:pt modelId="{063DEE20-DFCC-419F-A737-628B646F2E22}" type="sibTrans" cxnId="{970F8A89-9917-4941-B0F5-EC7FCF692DE1}">
      <dgm:prSet/>
      <dgm:spPr/>
      <dgm:t>
        <a:bodyPr/>
        <a:lstStyle/>
        <a:p>
          <a:endParaRPr lang="de-AT"/>
        </a:p>
      </dgm:t>
    </dgm:pt>
    <dgm:pt modelId="{59BEDDF9-BC74-472B-AAF3-BADA4BD2CCD9}">
      <dgm:prSet phldrT="[Text]"/>
      <dgm:spPr/>
      <dgm:t>
        <a:bodyPr/>
        <a:lstStyle/>
        <a:p>
          <a:r>
            <a:rPr lang="de-AT" dirty="0"/>
            <a:t>Vorgesetzter 1</a:t>
          </a:r>
        </a:p>
      </dgm:t>
    </dgm:pt>
    <dgm:pt modelId="{78923BAA-2D1A-4966-A96E-F63DB3B07019}" type="parTrans" cxnId="{CF6205E8-C47A-465C-8B92-2C0EAE36E447}">
      <dgm:prSet/>
      <dgm:spPr/>
      <dgm:t>
        <a:bodyPr/>
        <a:lstStyle/>
        <a:p>
          <a:endParaRPr lang="de-AT"/>
        </a:p>
      </dgm:t>
    </dgm:pt>
    <dgm:pt modelId="{A5B87E91-93FA-4B6B-B7C8-FB22FB180445}" type="sibTrans" cxnId="{CF6205E8-C47A-465C-8B92-2C0EAE36E447}">
      <dgm:prSet/>
      <dgm:spPr/>
      <dgm:t>
        <a:bodyPr/>
        <a:lstStyle/>
        <a:p>
          <a:endParaRPr lang="de-AT"/>
        </a:p>
      </dgm:t>
    </dgm:pt>
    <dgm:pt modelId="{FA002C8A-1FCB-4916-93B8-556658B60ED1}">
      <dgm:prSet phldrT="[Text]"/>
      <dgm:spPr/>
      <dgm:t>
        <a:bodyPr/>
        <a:lstStyle/>
        <a:p>
          <a:r>
            <a:rPr lang="de-AT" dirty="0"/>
            <a:t>Vorgesetzter 2</a:t>
          </a:r>
        </a:p>
      </dgm:t>
    </dgm:pt>
    <dgm:pt modelId="{05D643AB-2066-4B70-8C52-0B03643CFF65}" type="parTrans" cxnId="{E4031C89-A256-4A28-BF91-7244486B32DA}">
      <dgm:prSet/>
      <dgm:spPr/>
      <dgm:t>
        <a:bodyPr/>
        <a:lstStyle/>
        <a:p>
          <a:endParaRPr lang="de-AT"/>
        </a:p>
      </dgm:t>
    </dgm:pt>
    <dgm:pt modelId="{05B4FB35-F465-4E5F-BEEB-881DE19C2C6D}" type="sibTrans" cxnId="{E4031C89-A256-4A28-BF91-7244486B32DA}">
      <dgm:prSet/>
      <dgm:spPr/>
      <dgm:t>
        <a:bodyPr/>
        <a:lstStyle/>
        <a:p>
          <a:endParaRPr lang="de-AT"/>
        </a:p>
      </dgm:t>
    </dgm:pt>
    <dgm:pt modelId="{B4397BD9-6E5E-470B-A7AD-9205BAE6237C}">
      <dgm:prSet phldrT="[Text]"/>
      <dgm:spPr/>
      <dgm:t>
        <a:bodyPr/>
        <a:lstStyle/>
        <a:p>
          <a:r>
            <a:rPr lang="de-AT" dirty="0"/>
            <a:t>Vorgesetzter 3</a:t>
          </a:r>
        </a:p>
      </dgm:t>
    </dgm:pt>
    <dgm:pt modelId="{54B85D38-D198-4C0F-A17D-2EAE9B77DFFF}" type="parTrans" cxnId="{5A611284-79A4-4C0D-B83B-B0BFF494953B}">
      <dgm:prSet/>
      <dgm:spPr/>
      <dgm:t>
        <a:bodyPr/>
        <a:lstStyle/>
        <a:p>
          <a:endParaRPr lang="de-AT"/>
        </a:p>
      </dgm:t>
    </dgm:pt>
    <dgm:pt modelId="{789E89A8-47AA-4D68-981F-8EA87389CF2F}" type="sibTrans" cxnId="{5A611284-79A4-4C0D-B83B-B0BFF494953B}">
      <dgm:prSet/>
      <dgm:spPr/>
      <dgm:t>
        <a:bodyPr/>
        <a:lstStyle/>
        <a:p>
          <a:endParaRPr lang="de-AT"/>
        </a:p>
      </dgm:t>
    </dgm:pt>
    <dgm:pt modelId="{38F7A118-12FA-4D06-94E6-469A81731701}">
      <dgm:prSet phldrT="[Text]"/>
      <dgm:spPr/>
      <dgm:t>
        <a:bodyPr/>
        <a:lstStyle/>
        <a:p>
          <a:r>
            <a:rPr lang="de-AT" dirty="0"/>
            <a:t>Mitarbeiter A</a:t>
          </a:r>
        </a:p>
      </dgm:t>
    </dgm:pt>
    <dgm:pt modelId="{2337E199-F930-4843-8216-22709EAE8DF2}" type="parTrans" cxnId="{FAB04712-6932-4B95-815F-63DC8B23076D}">
      <dgm:prSet/>
      <dgm:spPr/>
      <dgm:t>
        <a:bodyPr/>
        <a:lstStyle/>
        <a:p>
          <a:endParaRPr lang="de-AT"/>
        </a:p>
      </dgm:t>
    </dgm:pt>
    <dgm:pt modelId="{195F8EC2-5E7D-47FD-AE92-24782A36BEC0}" type="sibTrans" cxnId="{FAB04712-6932-4B95-815F-63DC8B23076D}">
      <dgm:prSet/>
      <dgm:spPr/>
      <dgm:t>
        <a:bodyPr/>
        <a:lstStyle/>
        <a:p>
          <a:endParaRPr lang="de-AT"/>
        </a:p>
      </dgm:t>
    </dgm:pt>
    <dgm:pt modelId="{8CEC1A78-ECB9-428C-9C1C-BE2C1666AD61}">
      <dgm:prSet phldrT="[Text]"/>
      <dgm:spPr/>
      <dgm:t>
        <a:bodyPr/>
        <a:lstStyle/>
        <a:p>
          <a:r>
            <a:rPr lang="de-AT" dirty="0"/>
            <a:t>Mitarbeiter B</a:t>
          </a:r>
        </a:p>
      </dgm:t>
    </dgm:pt>
    <dgm:pt modelId="{31AD358C-B627-422D-9DBB-6A5A67D31A6D}" type="parTrans" cxnId="{1ECAFC29-63BC-4BE4-8701-CC1DFCA12F79}">
      <dgm:prSet/>
      <dgm:spPr/>
      <dgm:t>
        <a:bodyPr/>
        <a:lstStyle/>
        <a:p>
          <a:endParaRPr lang="de-AT"/>
        </a:p>
      </dgm:t>
    </dgm:pt>
    <dgm:pt modelId="{57C42A97-B352-4AA0-9D9A-7C1B4F75A7EF}" type="sibTrans" cxnId="{1ECAFC29-63BC-4BE4-8701-CC1DFCA12F79}">
      <dgm:prSet/>
      <dgm:spPr/>
      <dgm:t>
        <a:bodyPr/>
        <a:lstStyle/>
        <a:p>
          <a:endParaRPr lang="de-AT"/>
        </a:p>
      </dgm:t>
    </dgm:pt>
    <dgm:pt modelId="{BC353EBF-BEBC-48BA-86CE-90A94339D042}">
      <dgm:prSet phldrT="[Text]"/>
      <dgm:spPr/>
      <dgm:t>
        <a:bodyPr/>
        <a:lstStyle/>
        <a:p>
          <a:r>
            <a:rPr lang="de-AT" dirty="0"/>
            <a:t>Mitarbeiter C</a:t>
          </a:r>
        </a:p>
      </dgm:t>
    </dgm:pt>
    <dgm:pt modelId="{C2BBDC60-6AF3-43CF-8C21-59C2EEAABD4D}" type="parTrans" cxnId="{A55D439F-8B1B-4FA9-A41A-B7F9809715D1}">
      <dgm:prSet/>
      <dgm:spPr/>
      <dgm:t>
        <a:bodyPr/>
        <a:lstStyle/>
        <a:p>
          <a:endParaRPr lang="de-AT"/>
        </a:p>
      </dgm:t>
    </dgm:pt>
    <dgm:pt modelId="{288264F6-2051-40CB-A2AB-A02BB150737D}" type="sibTrans" cxnId="{A55D439F-8B1B-4FA9-A41A-B7F9809715D1}">
      <dgm:prSet/>
      <dgm:spPr/>
      <dgm:t>
        <a:bodyPr/>
        <a:lstStyle/>
        <a:p>
          <a:endParaRPr lang="de-AT"/>
        </a:p>
      </dgm:t>
    </dgm:pt>
    <dgm:pt modelId="{A27B7311-B7D5-4CA2-AC29-4BAE9D7C3179}">
      <dgm:prSet phldrT="[Text]"/>
      <dgm:spPr/>
      <dgm:t>
        <a:bodyPr/>
        <a:lstStyle/>
        <a:p>
          <a:r>
            <a:rPr lang="de-AT" dirty="0"/>
            <a:t>Mitarbeiter D</a:t>
          </a:r>
        </a:p>
      </dgm:t>
    </dgm:pt>
    <dgm:pt modelId="{F37AC491-66E2-4605-9185-C330E3FDBAC2}" type="parTrans" cxnId="{1925DB54-CD94-4052-93A3-1F8E50BA53D3}">
      <dgm:prSet/>
      <dgm:spPr/>
      <dgm:t>
        <a:bodyPr/>
        <a:lstStyle/>
        <a:p>
          <a:endParaRPr lang="de-AT"/>
        </a:p>
      </dgm:t>
    </dgm:pt>
    <dgm:pt modelId="{2DC9A93D-ED35-45AF-AA96-705C1430FE68}" type="sibTrans" cxnId="{1925DB54-CD94-4052-93A3-1F8E50BA53D3}">
      <dgm:prSet/>
      <dgm:spPr/>
      <dgm:t>
        <a:bodyPr/>
        <a:lstStyle/>
        <a:p>
          <a:endParaRPr lang="de-AT"/>
        </a:p>
      </dgm:t>
    </dgm:pt>
    <dgm:pt modelId="{53D62846-3AAB-4DF2-977F-EABFFA9FAAC6}">
      <dgm:prSet phldrT="[Text]"/>
      <dgm:spPr/>
      <dgm:t>
        <a:bodyPr/>
        <a:lstStyle/>
        <a:p>
          <a:r>
            <a:rPr lang="de-AT" dirty="0"/>
            <a:t>Mitarbeiter E</a:t>
          </a:r>
        </a:p>
      </dgm:t>
    </dgm:pt>
    <dgm:pt modelId="{06C26AAF-0104-4297-8152-9C978405BD62}" type="parTrans" cxnId="{53485B10-76FB-40B4-A109-A5E0F8045BB3}">
      <dgm:prSet/>
      <dgm:spPr/>
      <dgm:t>
        <a:bodyPr/>
        <a:lstStyle/>
        <a:p>
          <a:endParaRPr lang="de-AT"/>
        </a:p>
      </dgm:t>
    </dgm:pt>
    <dgm:pt modelId="{1EFB2551-0C0C-4D67-8D5F-79641BC06CE6}" type="sibTrans" cxnId="{53485B10-76FB-40B4-A109-A5E0F8045BB3}">
      <dgm:prSet/>
      <dgm:spPr/>
      <dgm:t>
        <a:bodyPr/>
        <a:lstStyle/>
        <a:p>
          <a:endParaRPr lang="de-AT"/>
        </a:p>
      </dgm:t>
    </dgm:pt>
    <dgm:pt modelId="{B4C1B168-A7EE-4A8A-BC7F-E1FEC35EE4D6}">
      <dgm:prSet phldrT="[Text]"/>
      <dgm:spPr/>
      <dgm:t>
        <a:bodyPr/>
        <a:lstStyle/>
        <a:p>
          <a:r>
            <a:rPr lang="de-AT" dirty="0"/>
            <a:t>Mitarbeiter F</a:t>
          </a:r>
        </a:p>
      </dgm:t>
    </dgm:pt>
    <dgm:pt modelId="{6C9E405E-7D18-4FF3-BDF2-45A3590AE46D}" type="parTrans" cxnId="{8BBB4C1D-7C6F-4182-BF4A-CE6FCA195CF5}">
      <dgm:prSet/>
      <dgm:spPr/>
      <dgm:t>
        <a:bodyPr/>
        <a:lstStyle/>
        <a:p>
          <a:endParaRPr lang="de-AT"/>
        </a:p>
      </dgm:t>
    </dgm:pt>
    <dgm:pt modelId="{22672B1C-8DF4-4E95-9D1C-CACA58B9F2B7}" type="sibTrans" cxnId="{8BBB4C1D-7C6F-4182-BF4A-CE6FCA195CF5}">
      <dgm:prSet/>
      <dgm:spPr/>
      <dgm:t>
        <a:bodyPr/>
        <a:lstStyle/>
        <a:p>
          <a:endParaRPr lang="de-AT"/>
        </a:p>
      </dgm:t>
    </dgm:pt>
    <dgm:pt modelId="{7EFD762B-853D-4135-A1F2-F1853E5E400E}" type="pres">
      <dgm:prSet presAssocID="{7E81DF2F-CD0B-4F9A-8796-6BF14E775C4A}" presName="mainComposite" presStyleCnt="0">
        <dgm:presLayoutVars>
          <dgm:chPref val="1"/>
          <dgm:dir/>
          <dgm:animOne val="branch"/>
          <dgm:animLvl val="lvl"/>
          <dgm:resizeHandles val="exact"/>
        </dgm:presLayoutVars>
      </dgm:prSet>
      <dgm:spPr/>
    </dgm:pt>
    <dgm:pt modelId="{F1592C70-EAC6-43C4-B167-48635024AF41}" type="pres">
      <dgm:prSet presAssocID="{7E81DF2F-CD0B-4F9A-8796-6BF14E775C4A}" presName="hierFlow" presStyleCnt="0"/>
      <dgm:spPr/>
    </dgm:pt>
    <dgm:pt modelId="{18FD5D44-AAA7-4CC4-9319-7965B57DB6FA}" type="pres">
      <dgm:prSet presAssocID="{7E81DF2F-CD0B-4F9A-8796-6BF14E775C4A}" presName="hierChild1" presStyleCnt="0">
        <dgm:presLayoutVars>
          <dgm:chPref val="1"/>
          <dgm:animOne val="branch"/>
          <dgm:animLvl val="lvl"/>
        </dgm:presLayoutVars>
      </dgm:prSet>
      <dgm:spPr/>
    </dgm:pt>
    <dgm:pt modelId="{6ECDF2E6-0CD4-4CDC-9379-772DF7DDBFEE}" type="pres">
      <dgm:prSet presAssocID="{990D18C1-1A37-45EA-8279-51774214B631}" presName="Name14" presStyleCnt="0"/>
      <dgm:spPr/>
    </dgm:pt>
    <dgm:pt modelId="{4199440F-902F-46B5-B28E-6924C7493896}" type="pres">
      <dgm:prSet presAssocID="{990D18C1-1A37-45EA-8279-51774214B631}" presName="level1Shape" presStyleLbl="node0" presStyleIdx="0" presStyleCnt="1" custLinFactNeighborX="32500" custLinFactNeighborY="816">
        <dgm:presLayoutVars>
          <dgm:chPref val="3"/>
        </dgm:presLayoutVars>
      </dgm:prSet>
      <dgm:spPr/>
    </dgm:pt>
    <dgm:pt modelId="{B348DDA9-D024-42B3-A76F-48B996ED1763}" type="pres">
      <dgm:prSet presAssocID="{990D18C1-1A37-45EA-8279-51774214B631}" presName="hierChild2" presStyleCnt="0"/>
      <dgm:spPr/>
    </dgm:pt>
    <dgm:pt modelId="{EC850913-42ED-4B54-8ABF-FC14E3038431}" type="pres">
      <dgm:prSet presAssocID="{6986BBAC-15EA-4936-84E4-737F9B100E41}" presName="Name19" presStyleLbl="parChTrans1D2" presStyleIdx="0" presStyleCnt="4"/>
      <dgm:spPr/>
    </dgm:pt>
    <dgm:pt modelId="{86A268A4-9229-42BB-B510-70466C763133}" type="pres">
      <dgm:prSet presAssocID="{529599D5-504E-4AC3-9C00-A247E4AC7E46}" presName="Name21" presStyleCnt="0"/>
      <dgm:spPr/>
    </dgm:pt>
    <dgm:pt modelId="{390AB66F-CF60-45BF-A7A7-0067879515C0}" type="pres">
      <dgm:prSet presAssocID="{529599D5-504E-4AC3-9C00-A247E4AC7E46}" presName="level2Shape" presStyleLbl="asst1" presStyleIdx="0" presStyleCnt="1"/>
      <dgm:spPr/>
    </dgm:pt>
    <dgm:pt modelId="{B144EC41-FF96-4364-914A-F44AB8BA1D3E}" type="pres">
      <dgm:prSet presAssocID="{529599D5-504E-4AC3-9C00-A247E4AC7E46}" presName="hierChild3" presStyleCnt="0"/>
      <dgm:spPr/>
    </dgm:pt>
    <dgm:pt modelId="{76733321-A420-446E-B1FB-90BC29999F65}" type="pres">
      <dgm:prSet presAssocID="{78923BAA-2D1A-4966-A96E-F63DB3B07019}" presName="Name19" presStyleLbl="parChTrans1D2" presStyleIdx="1" presStyleCnt="4"/>
      <dgm:spPr/>
    </dgm:pt>
    <dgm:pt modelId="{7EBAD5B3-ADE0-48BB-82BE-A0CC9B6C700D}" type="pres">
      <dgm:prSet presAssocID="{59BEDDF9-BC74-472B-AAF3-BADA4BD2CCD9}" presName="Name21" presStyleCnt="0"/>
      <dgm:spPr/>
    </dgm:pt>
    <dgm:pt modelId="{17CDD18A-8DBE-4780-932B-A6459C13F858}" type="pres">
      <dgm:prSet presAssocID="{59BEDDF9-BC74-472B-AAF3-BADA4BD2CCD9}" presName="level2Shape" presStyleLbl="node2" presStyleIdx="0" presStyleCnt="3"/>
      <dgm:spPr/>
    </dgm:pt>
    <dgm:pt modelId="{688140C8-EFFC-4F56-99F1-1FD1EA07A3AF}" type="pres">
      <dgm:prSet presAssocID="{59BEDDF9-BC74-472B-AAF3-BADA4BD2CCD9}" presName="hierChild3" presStyleCnt="0"/>
      <dgm:spPr/>
    </dgm:pt>
    <dgm:pt modelId="{B771E95E-72FB-446E-97F7-62F1F8DEDE5E}" type="pres">
      <dgm:prSet presAssocID="{2337E199-F930-4843-8216-22709EAE8DF2}" presName="Name19" presStyleLbl="parChTrans1D3" presStyleIdx="0" presStyleCnt="6"/>
      <dgm:spPr/>
    </dgm:pt>
    <dgm:pt modelId="{976D1E30-5739-4F94-99F7-19886691B72F}" type="pres">
      <dgm:prSet presAssocID="{38F7A118-12FA-4D06-94E6-469A81731701}" presName="Name21" presStyleCnt="0"/>
      <dgm:spPr/>
    </dgm:pt>
    <dgm:pt modelId="{E2B5298D-7E22-4133-AF76-73BD5EE47240}" type="pres">
      <dgm:prSet presAssocID="{38F7A118-12FA-4D06-94E6-469A81731701}" presName="level2Shape" presStyleLbl="node3" presStyleIdx="0" presStyleCnt="6"/>
      <dgm:spPr/>
    </dgm:pt>
    <dgm:pt modelId="{FE99D605-6569-4A63-811F-3F22A07EABCB}" type="pres">
      <dgm:prSet presAssocID="{38F7A118-12FA-4D06-94E6-469A81731701}" presName="hierChild3" presStyleCnt="0"/>
      <dgm:spPr/>
    </dgm:pt>
    <dgm:pt modelId="{49A94194-1B24-48E6-973E-654639E24479}" type="pres">
      <dgm:prSet presAssocID="{31AD358C-B627-422D-9DBB-6A5A67D31A6D}" presName="Name19" presStyleLbl="parChTrans1D3" presStyleIdx="1" presStyleCnt="6"/>
      <dgm:spPr/>
    </dgm:pt>
    <dgm:pt modelId="{40F4F61D-EAF5-442F-B6FF-E0CA89F97EA7}" type="pres">
      <dgm:prSet presAssocID="{8CEC1A78-ECB9-428C-9C1C-BE2C1666AD61}" presName="Name21" presStyleCnt="0"/>
      <dgm:spPr/>
    </dgm:pt>
    <dgm:pt modelId="{12B5EAE8-97D1-4410-A13B-F66ECADBC0F9}" type="pres">
      <dgm:prSet presAssocID="{8CEC1A78-ECB9-428C-9C1C-BE2C1666AD61}" presName="level2Shape" presStyleLbl="node3" presStyleIdx="1" presStyleCnt="6"/>
      <dgm:spPr/>
    </dgm:pt>
    <dgm:pt modelId="{A4534C39-EAB4-4E98-80F7-C4400BFC6308}" type="pres">
      <dgm:prSet presAssocID="{8CEC1A78-ECB9-428C-9C1C-BE2C1666AD61}" presName="hierChild3" presStyleCnt="0"/>
      <dgm:spPr/>
    </dgm:pt>
    <dgm:pt modelId="{C49DA013-B842-40D6-829C-54D0215F147A}" type="pres">
      <dgm:prSet presAssocID="{05D643AB-2066-4B70-8C52-0B03643CFF65}" presName="Name19" presStyleLbl="parChTrans1D2" presStyleIdx="2" presStyleCnt="4"/>
      <dgm:spPr/>
    </dgm:pt>
    <dgm:pt modelId="{ACCD2B05-B580-4052-A219-49BA26C807F0}" type="pres">
      <dgm:prSet presAssocID="{FA002C8A-1FCB-4916-93B8-556658B60ED1}" presName="Name21" presStyleCnt="0"/>
      <dgm:spPr/>
    </dgm:pt>
    <dgm:pt modelId="{42B7AB4C-7A46-406D-99FC-086C6AE70CCF}" type="pres">
      <dgm:prSet presAssocID="{FA002C8A-1FCB-4916-93B8-556658B60ED1}" presName="level2Shape" presStyleLbl="node2" presStyleIdx="1" presStyleCnt="3"/>
      <dgm:spPr/>
    </dgm:pt>
    <dgm:pt modelId="{7E83D57F-9912-4F86-9AD5-554ECA154C42}" type="pres">
      <dgm:prSet presAssocID="{FA002C8A-1FCB-4916-93B8-556658B60ED1}" presName="hierChild3" presStyleCnt="0"/>
      <dgm:spPr/>
    </dgm:pt>
    <dgm:pt modelId="{E53ED304-E9E4-4F26-A14F-3051D7B43421}" type="pres">
      <dgm:prSet presAssocID="{C2BBDC60-6AF3-43CF-8C21-59C2EEAABD4D}" presName="Name19" presStyleLbl="parChTrans1D3" presStyleIdx="2" presStyleCnt="6"/>
      <dgm:spPr/>
    </dgm:pt>
    <dgm:pt modelId="{D609A24F-46BF-4C22-8933-D5A17A79A199}" type="pres">
      <dgm:prSet presAssocID="{BC353EBF-BEBC-48BA-86CE-90A94339D042}" presName="Name21" presStyleCnt="0"/>
      <dgm:spPr/>
    </dgm:pt>
    <dgm:pt modelId="{98F6A403-E939-4558-8F17-1D7AB1B41DC1}" type="pres">
      <dgm:prSet presAssocID="{BC353EBF-BEBC-48BA-86CE-90A94339D042}" presName="level2Shape" presStyleLbl="node3" presStyleIdx="2" presStyleCnt="6"/>
      <dgm:spPr/>
    </dgm:pt>
    <dgm:pt modelId="{2424BA81-58F6-4F3F-B4AA-292BB4177FBD}" type="pres">
      <dgm:prSet presAssocID="{BC353EBF-BEBC-48BA-86CE-90A94339D042}" presName="hierChild3" presStyleCnt="0"/>
      <dgm:spPr/>
    </dgm:pt>
    <dgm:pt modelId="{8A74497A-E30E-4F49-B5A1-04F7EE513C06}" type="pres">
      <dgm:prSet presAssocID="{F37AC491-66E2-4605-9185-C330E3FDBAC2}" presName="Name19" presStyleLbl="parChTrans1D3" presStyleIdx="3" presStyleCnt="6"/>
      <dgm:spPr/>
    </dgm:pt>
    <dgm:pt modelId="{7201E04C-0CFC-4F5C-A29B-89FD45400740}" type="pres">
      <dgm:prSet presAssocID="{A27B7311-B7D5-4CA2-AC29-4BAE9D7C3179}" presName="Name21" presStyleCnt="0"/>
      <dgm:spPr/>
    </dgm:pt>
    <dgm:pt modelId="{A26E1325-9964-495E-AE3E-CB78A1987B99}" type="pres">
      <dgm:prSet presAssocID="{A27B7311-B7D5-4CA2-AC29-4BAE9D7C3179}" presName="level2Shape" presStyleLbl="node3" presStyleIdx="3" presStyleCnt="6"/>
      <dgm:spPr/>
    </dgm:pt>
    <dgm:pt modelId="{686CE57E-5A1B-454D-93FB-A1A8DE9B0561}" type="pres">
      <dgm:prSet presAssocID="{A27B7311-B7D5-4CA2-AC29-4BAE9D7C3179}" presName="hierChild3" presStyleCnt="0"/>
      <dgm:spPr/>
    </dgm:pt>
    <dgm:pt modelId="{8379BBD4-CCF1-4A1D-920E-5EE05C23A357}" type="pres">
      <dgm:prSet presAssocID="{54B85D38-D198-4C0F-A17D-2EAE9B77DFFF}" presName="Name19" presStyleLbl="parChTrans1D2" presStyleIdx="3" presStyleCnt="4"/>
      <dgm:spPr/>
    </dgm:pt>
    <dgm:pt modelId="{08DC07D3-17D9-4CC8-A055-F697AA548BC3}" type="pres">
      <dgm:prSet presAssocID="{B4397BD9-6E5E-470B-A7AD-9205BAE6237C}" presName="Name21" presStyleCnt="0"/>
      <dgm:spPr/>
    </dgm:pt>
    <dgm:pt modelId="{69CC8369-0A39-42C2-BD5C-3E50F480F9AD}" type="pres">
      <dgm:prSet presAssocID="{B4397BD9-6E5E-470B-A7AD-9205BAE6237C}" presName="level2Shape" presStyleLbl="node2" presStyleIdx="2" presStyleCnt="3"/>
      <dgm:spPr/>
    </dgm:pt>
    <dgm:pt modelId="{53877193-06DB-4F43-B7F9-CEC547AFADBB}" type="pres">
      <dgm:prSet presAssocID="{B4397BD9-6E5E-470B-A7AD-9205BAE6237C}" presName="hierChild3" presStyleCnt="0"/>
      <dgm:spPr/>
    </dgm:pt>
    <dgm:pt modelId="{96D9CE2C-7DE9-4DFD-ACF7-B74AA8132423}" type="pres">
      <dgm:prSet presAssocID="{06C26AAF-0104-4297-8152-9C978405BD62}" presName="Name19" presStyleLbl="parChTrans1D3" presStyleIdx="4" presStyleCnt="6"/>
      <dgm:spPr/>
    </dgm:pt>
    <dgm:pt modelId="{907A7181-81F4-4C6C-85F5-7BDD78B80FB4}" type="pres">
      <dgm:prSet presAssocID="{53D62846-3AAB-4DF2-977F-EABFFA9FAAC6}" presName="Name21" presStyleCnt="0"/>
      <dgm:spPr/>
    </dgm:pt>
    <dgm:pt modelId="{9193A27E-934C-4633-832F-E3EA07D8E669}" type="pres">
      <dgm:prSet presAssocID="{53D62846-3AAB-4DF2-977F-EABFFA9FAAC6}" presName="level2Shape" presStyleLbl="node3" presStyleIdx="4" presStyleCnt="6"/>
      <dgm:spPr/>
    </dgm:pt>
    <dgm:pt modelId="{50723039-6C20-47DD-A91E-3A714643B2D8}" type="pres">
      <dgm:prSet presAssocID="{53D62846-3AAB-4DF2-977F-EABFFA9FAAC6}" presName="hierChild3" presStyleCnt="0"/>
      <dgm:spPr/>
    </dgm:pt>
    <dgm:pt modelId="{88A248A8-782D-444C-B26D-B9D509D6A93D}" type="pres">
      <dgm:prSet presAssocID="{6C9E405E-7D18-4FF3-BDF2-45A3590AE46D}" presName="Name19" presStyleLbl="parChTrans1D3" presStyleIdx="5" presStyleCnt="6"/>
      <dgm:spPr/>
    </dgm:pt>
    <dgm:pt modelId="{93E4BC50-556C-482C-96F2-6B78D1E5020F}" type="pres">
      <dgm:prSet presAssocID="{B4C1B168-A7EE-4A8A-BC7F-E1FEC35EE4D6}" presName="Name21" presStyleCnt="0"/>
      <dgm:spPr/>
    </dgm:pt>
    <dgm:pt modelId="{B555562B-85A3-4ED9-9B8B-493BED642C18}" type="pres">
      <dgm:prSet presAssocID="{B4C1B168-A7EE-4A8A-BC7F-E1FEC35EE4D6}" presName="level2Shape" presStyleLbl="node3" presStyleIdx="5" presStyleCnt="6"/>
      <dgm:spPr/>
    </dgm:pt>
    <dgm:pt modelId="{3A875127-EA02-47CA-9C89-828FEF3EF446}" type="pres">
      <dgm:prSet presAssocID="{B4C1B168-A7EE-4A8A-BC7F-E1FEC35EE4D6}" presName="hierChild3" presStyleCnt="0"/>
      <dgm:spPr/>
    </dgm:pt>
    <dgm:pt modelId="{9D4C8F0C-9661-4EF2-85EF-2B5D9665B9B6}" type="pres">
      <dgm:prSet presAssocID="{7E81DF2F-CD0B-4F9A-8796-6BF14E775C4A}" presName="bgShapesFlow" presStyleCnt="0"/>
      <dgm:spPr/>
    </dgm:pt>
  </dgm:ptLst>
  <dgm:cxnLst>
    <dgm:cxn modelId="{53485B10-76FB-40B4-A109-A5E0F8045BB3}" srcId="{B4397BD9-6E5E-470B-A7AD-9205BAE6237C}" destId="{53D62846-3AAB-4DF2-977F-EABFFA9FAAC6}" srcOrd="0" destOrd="0" parTransId="{06C26AAF-0104-4297-8152-9C978405BD62}" sibTransId="{1EFB2551-0C0C-4D67-8D5F-79641BC06CE6}"/>
    <dgm:cxn modelId="{FAB04712-6932-4B95-815F-63DC8B23076D}" srcId="{59BEDDF9-BC74-472B-AAF3-BADA4BD2CCD9}" destId="{38F7A118-12FA-4D06-94E6-469A81731701}" srcOrd="0" destOrd="0" parTransId="{2337E199-F930-4843-8216-22709EAE8DF2}" sibTransId="{195F8EC2-5E7D-47FD-AE92-24782A36BEC0}"/>
    <dgm:cxn modelId="{C7E5AF17-A960-4596-9061-2EA62CFFCAB2}" type="presOf" srcId="{BC353EBF-BEBC-48BA-86CE-90A94339D042}" destId="{98F6A403-E939-4558-8F17-1D7AB1B41DC1}" srcOrd="0" destOrd="0" presId="urn:microsoft.com/office/officeart/2005/8/layout/hierarchy6"/>
    <dgm:cxn modelId="{A3366A19-3DD9-41B3-A757-D1588C829203}" type="presOf" srcId="{C2BBDC60-6AF3-43CF-8C21-59C2EEAABD4D}" destId="{E53ED304-E9E4-4F26-A14F-3051D7B43421}" srcOrd="0" destOrd="0" presId="urn:microsoft.com/office/officeart/2005/8/layout/hierarchy6"/>
    <dgm:cxn modelId="{614C231B-CE19-4C29-8316-BB53270C44F5}" type="presOf" srcId="{7E81DF2F-CD0B-4F9A-8796-6BF14E775C4A}" destId="{7EFD762B-853D-4135-A1F2-F1853E5E400E}" srcOrd="0" destOrd="0" presId="urn:microsoft.com/office/officeart/2005/8/layout/hierarchy6"/>
    <dgm:cxn modelId="{8BBB4C1D-7C6F-4182-BF4A-CE6FCA195CF5}" srcId="{B4397BD9-6E5E-470B-A7AD-9205BAE6237C}" destId="{B4C1B168-A7EE-4A8A-BC7F-E1FEC35EE4D6}" srcOrd="1" destOrd="0" parTransId="{6C9E405E-7D18-4FF3-BDF2-45A3590AE46D}" sibTransId="{22672B1C-8DF4-4E95-9D1C-CACA58B9F2B7}"/>
    <dgm:cxn modelId="{81786F23-7C9C-47AE-94C9-3445C6E03CA1}" type="presOf" srcId="{6C9E405E-7D18-4FF3-BDF2-45A3590AE46D}" destId="{88A248A8-782D-444C-B26D-B9D509D6A93D}" srcOrd="0" destOrd="0" presId="urn:microsoft.com/office/officeart/2005/8/layout/hierarchy6"/>
    <dgm:cxn modelId="{1ECAFC29-63BC-4BE4-8701-CC1DFCA12F79}" srcId="{59BEDDF9-BC74-472B-AAF3-BADA4BD2CCD9}" destId="{8CEC1A78-ECB9-428C-9C1C-BE2C1666AD61}" srcOrd="1" destOrd="0" parTransId="{31AD358C-B627-422D-9DBB-6A5A67D31A6D}" sibTransId="{57C42A97-B352-4AA0-9D9A-7C1B4F75A7EF}"/>
    <dgm:cxn modelId="{E5C09831-D7DE-4871-A772-CBD12DD4F6EB}" type="presOf" srcId="{53D62846-3AAB-4DF2-977F-EABFFA9FAAC6}" destId="{9193A27E-934C-4633-832F-E3EA07D8E669}" srcOrd="0" destOrd="0" presId="urn:microsoft.com/office/officeart/2005/8/layout/hierarchy6"/>
    <dgm:cxn modelId="{0616CE32-9A28-4BBF-A146-3CA458541E1B}" type="presOf" srcId="{59BEDDF9-BC74-472B-AAF3-BADA4BD2CCD9}" destId="{17CDD18A-8DBE-4780-932B-A6459C13F858}" srcOrd="0" destOrd="0" presId="urn:microsoft.com/office/officeart/2005/8/layout/hierarchy6"/>
    <dgm:cxn modelId="{F957E461-5444-4331-8D01-A5D968F8A14B}" type="presOf" srcId="{B4397BD9-6E5E-470B-A7AD-9205BAE6237C}" destId="{69CC8369-0A39-42C2-BD5C-3E50F480F9AD}" srcOrd="0" destOrd="0" presId="urn:microsoft.com/office/officeart/2005/8/layout/hierarchy6"/>
    <dgm:cxn modelId="{056E9942-D57E-4413-9192-571FECB7FB34}" type="presOf" srcId="{8CEC1A78-ECB9-428C-9C1C-BE2C1666AD61}" destId="{12B5EAE8-97D1-4410-A13B-F66ECADBC0F9}" srcOrd="0" destOrd="0" presId="urn:microsoft.com/office/officeart/2005/8/layout/hierarchy6"/>
    <dgm:cxn modelId="{DEBE0569-1849-4923-8781-4C64EA7D9AD3}" type="presOf" srcId="{990D18C1-1A37-45EA-8279-51774214B631}" destId="{4199440F-902F-46B5-B28E-6924C7493896}" srcOrd="0" destOrd="0" presId="urn:microsoft.com/office/officeart/2005/8/layout/hierarchy6"/>
    <dgm:cxn modelId="{83188F6A-24A8-49E7-A394-B8896C23C8B3}" type="presOf" srcId="{05D643AB-2066-4B70-8C52-0B03643CFF65}" destId="{C49DA013-B842-40D6-829C-54D0215F147A}" srcOrd="0" destOrd="0" presId="urn:microsoft.com/office/officeart/2005/8/layout/hierarchy6"/>
    <dgm:cxn modelId="{34319A6A-9665-4676-BC6A-6918ACA4589A}" srcId="{7E81DF2F-CD0B-4F9A-8796-6BF14E775C4A}" destId="{990D18C1-1A37-45EA-8279-51774214B631}" srcOrd="0" destOrd="0" parTransId="{493A5CA0-DD85-4C5D-B5F8-62B38597600B}" sibTransId="{4754ADDB-EFAE-4825-BD40-0E02D20741DF}"/>
    <dgm:cxn modelId="{F2D3E06E-52DD-440F-8E5E-6795690D1602}" type="presOf" srcId="{54B85D38-D198-4C0F-A17D-2EAE9B77DFFF}" destId="{8379BBD4-CCF1-4A1D-920E-5EE05C23A357}" srcOrd="0" destOrd="0" presId="urn:microsoft.com/office/officeart/2005/8/layout/hierarchy6"/>
    <dgm:cxn modelId="{BAD09A51-BDFE-4E8E-B65D-C62B4BB6D365}" type="presOf" srcId="{A27B7311-B7D5-4CA2-AC29-4BAE9D7C3179}" destId="{A26E1325-9964-495E-AE3E-CB78A1987B99}" srcOrd="0" destOrd="0" presId="urn:microsoft.com/office/officeart/2005/8/layout/hierarchy6"/>
    <dgm:cxn modelId="{1925DB54-CD94-4052-93A3-1F8E50BA53D3}" srcId="{FA002C8A-1FCB-4916-93B8-556658B60ED1}" destId="{A27B7311-B7D5-4CA2-AC29-4BAE9D7C3179}" srcOrd="1" destOrd="0" parTransId="{F37AC491-66E2-4605-9185-C330E3FDBAC2}" sibTransId="{2DC9A93D-ED35-45AF-AA96-705C1430FE68}"/>
    <dgm:cxn modelId="{67A99275-1B81-4B08-A9DE-22148983ED82}" type="presOf" srcId="{38F7A118-12FA-4D06-94E6-469A81731701}" destId="{E2B5298D-7E22-4133-AF76-73BD5EE47240}" srcOrd="0" destOrd="0" presId="urn:microsoft.com/office/officeart/2005/8/layout/hierarchy6"/>
    <dgm:cxn modelId="{A7BDF859-BCB8-4C13-87BB-0FC97F874281}" type="presOf" srcId="{FA002C8A-1FCB-4916-93B8-556658B60ED1}" destId="{42B7AB4C-7A46-406D-99FC-086C6AE70CCF}" srcOrd="0" destOrd="0" presId="urn:microsoft.com/office/officeart/2005/8/layout/hierarchy6"/>
    <dgm:cxn modelId="{5A611284-79A4-4C0D-B83B-B0BFF494953B}" srcId="{990D18C1-1A37-45EA-8279-51774214B631}" destId="{B4397BD9-6E5E-470B-A7AD-9205BAE6237C}" srcOrd="3" destOrd="0" parTransId="{54B85D38-D198-4C0F-A17D-2EAE9B77DFFF}" sibTransId="{789E89A8-47AA-4D68-981F-8EA87389CF2F}"/>
    <dgm:cxn modelId="{DD239C84-1E06-456D-9EF8-D4918320949E}" type="presOf" srcId="{78923BAA-2D1A-4966-A96E-F63DB3B07019}" destId="{76733321-A420-446E-B1FB-90BC29999F65}" srcOrd="0" destOrd="0" presId="urn:microsoft.com/office/officeart/2005/8/layout/hierarchy6"/>
    <dgm:cxn modelId="{36A87285-D27E-4B7A-AFAE-0DB027A25BE2}" type="presOf" srcId="{6986BBAC-15EA-4936-84E4-737F9B100E41}" destId="{EC850913-42ED-4B54-8ABF-FC14E3038431}" srcOrd="0" destOrd="0" presId="urn:microsoft.com/office/officeart/2005/8/layout/hierarchy6"/>
    <dgm:cxn modelId="{E4031C89-A256-4A28-BF91-7244486B32DA}" srcId="{990D18C1-1A37-45EA-8279-51774214B631}" destId="{FA002C8A-1FCB-4916-93B8-556658B60ED1}" srcOrd="2" destOrd="0" parTransId="{05D643AB-2066-4B70-8C52-0B03643CFF65}" sibTransId="{05B4FB35-F465-4E5F-BEEB-881DE19C2C6D}"/>
    <dgm:cxn modelId="{970F8A89-9917-4941-B0F5-EC7FCF692DE1}" srcId="{990D18C1-1A37-45EA-8279-51774214B631}" destId="{529599D5-504E-4AC3-9C00-A247E4AC7E46}" srcOrd="0" destOrd="0" parTransId="{6986BBAC-15EA-4936-84E4-737F9B100E41}" sibTransId="{063DEE20-DFCC-419F-A737-628B646F2E22}"/>
    <dgm:cxn modelId="{E7FF878A-2F70-4AFA-A315-D83097313122}" type="presOf" srcId="{B4C1B168-A7EE-4A8A-BC7F-E1FEC35EE4D6}" destId="{B555562B-85A3-4ED9-9B8B-493BED642C18}" srcOrd="0" destOrd="0" presId="urn:microsoft.com/office/officeart/2005/8/layout/hierarchy6"/>
    <dgm:cxn modelId="{9BC2EA95-DB38-4DE9-BFE5-98FE61B7517B}" type="presOf" srcId="{06C26AAF-0104-4297-8152-9C978405BD62}" destId="{96D9CE2C-7DE9-4DFD-ACF7-B74AA8132423}" srcOrd="0" destOrd="0" presId="urn:microsoft.com/office/officeart/2005/8/layout/hierarchy6"/>
    <dgm:cxn modelId="{8A31439A-6526-4B82-9508-A054D4D1F1C9}" type="presOf" srcId="{31AD358C-B627-422D-9DBB-6A5A67D31A6D}" destId="{49A94194-1B24-48E6-973E-654639E24479}" srcOrd="0" destOrd="0" presId="urn:microsoft.com/office/officeart/2005/8/layout/hierarchy6"/>
    <dgm:cxn modelId="{A55D439F-8B1B-4FA9-A41A-B7F9809715D1}" srcId="{FA002C8A-1FCB-4916-93B8-556658B60ED1}" destId="{BC353EBF-BEBC-48BA-86CE-90A94339D042}" srcOrd="0" destOrd="0" parTransId="{C2BBDC60-6AF3-43CF-8C21-59C2EEAABD4D}" sibTransId="{288264F6-2051-40CB-A2AB-A02BB150737D}"/>
    <dgm:cxn modelId="{1A29C5C7-FA57-41C0-8A6B-184DC8F89D55}" type="presOf" srcId="{2337E199-F930-4843-8216-22709EAE8DF2}" destId="{B771E95E-72FB-446E-97F7-62F1F8DEDE5E}" srcOrd="0" destOrd="0" presId="urn:microsoft.com/office/officeart/2005/8/layout/hierarchy6"/>
    <dgm:cxn modelId="{A43E15D3-6428-4C2C-89FA-8E167D2E7075}" type="presOf" srcId="{F37AC491-66E2-4605-9185-C330E3FDBAC2}" destId="{8A74497A-E30E-4F49-B5A1-04F7EE513C06}" srcOrd="0" destOrd="0" presId="urn:microsoft.com/office/officeart/2005/8/layout/hierarchy6"/>
    <dgm:cxn modelId="{CF6205E8-C47A-465C-8B92-2C0EAE36E447}" srcId="{990D18C1-1A37-45EA-8279-51774214B631}" destId="{59BEDDF9-BC74-472B-AAF3-BADA4BD2CCD9}" srcOrd="1" destOrd="0" parTransId="{78923BAA-2D1A-4966-A96E-F63DB3B07019}" sibTransId="{A5B87E91-93FA-4B6B-B7C8-FB22FB180445}"/>
    <dgm:cxn modelId="{2591F8F9-79B4-476F-899D-FDF4F8D4100D}" type="presOf" srcId="{529599D5-504E-4AC3-9C00-A247E4AC7E46}" destId="{390AB66F-CF60-45BF-A7A7-0067879515C0}" srcOrd="0" destOrd="0" presId="urn:microsoft.com/office/officeart/2005/8/layout/hierarchy6"/>
    <dgm:cxn modelId="{70632F51-1401-4C42-9D56-2CF3CA6B7A0D}" type="presParOf" srcId="{7EFD762B-853D-4135-A1F2-F1853E5E400E}" destId="{F1592C70-EAC6-43C4-B167-48635024AF41}" srcOrd="0" destOrd="0" presId="urn:microsoft.com/office/officeart/2005/8/layout/hierarchy6"/>
    <dgm:cxn modelId="{7181E792-6BEC-477A-9C88-F41505752F98}" type="presParOf" srcId="{F1592C70-EAC6-43C4-B167-48635024AF41}" destId="{18FD5D44-AAA7-4CC4-9319-7965B57DB6FA}" srcOrd="0" destOrd="0" presId="urn:microsoft.com/office/officeart/2005/8/layout/hierarchy6"/>
    <dgm:cxn modelId="{091618B8-B87B-4FB7-81D7-AD9946E3A239}" type="presParOf" srcId="{18FD5D44-AAA7-4CC4-9319-7965B57DB6FA}" destId="{6ECDF2E6-0CD4-4CDC-9379-772DF7DDBFEE}" srcOrd="0" destOrd="0" presId="urn:microsoft.com/office/officeart/2005/8/layout/hierarchy6"/>
    <dgm:cxn modelId="{FCF6AEA6-938E-454B-B64B-CADD775DA930}" type="presParOf" srcId="{6ECDF2E6-0CD4-4CDC-9379-772DF7DDBFEE}" destId="{4199440F-902F-46B5-B28E-6924C7493896}" srcOrd="0" destOrd="0" presId="urn:microsoft.com/office/officeart/2005/8/layout/hierarchy6"/>
    <dgm:cxn modelId="{ECF191F6-D216-4375-9C7B-3562F2B7B2F9}" type="presParOf" srcId="{6ECDF2E6-0CD4-4CDC-9379-772DF7DDBFEE}" destId="{B348DDA9-D024-42B3-A76F-48B996ED1763}" srcOrd="1" destOrd="0" presId="urn:microsoft.com/office/officeart/2005/8/layout/hierarchy6"/>
    <dgm:cxn modelId="{593DD359-F325-4547-A10B-441CC292B758}" type="presParOf" srcId="{B348DDA9-D024-42B3-A76F-48B996ED1763}" destId="{EC850913-42ED-4B54-8ABF-FC14E3038431}" srcOrd="0" destOrd="0" presId="urn:microsoft.com/office/officeart/2005/8/layout/hierarchy6"/>
    <dgm:cxn modelId="{632AB431-2CB2-439E-B946-ED53153ABE55}" type="presParOf" srcId="{B348DDA9-D024-42B3-A76F-48B996ED1763}" destId="{86A268A4-9229-42BB-B510-70466C763133}" srcOrd="1" destOrd="0" presId="urn:microsoft.com/office/officeart/2005/8/layout/hierarchy6"/>
    <dgm:cxn modelId="{8E65D6FA-92D4-4CE3-93CA-2BD81ADA405B}" type="presParOf" srcId="{86A268A4-9229-42BB-B510-70466C763133}" destId="{390AB66F-CF60-45BF-A7A7-0067879515C0}" srcOrd="0" destOrd="0" presId="urn:microsoft.com/office/officeart/2005/8/layout/hierarchy6"/>
    <dgm:cxn modelId="{61FC4194-1A4E-4006-AB93-81B257E81EDA}" type="presParOf" srcId="{86A268A4-9229-42BB-B510-70466C763133}" destId="{B144EC41-FF96-4364-914A-F44AB8BA1D3E}" srcOrd="1" destOrd="0" presId="urn:microsoft.com/office/officeart/2005/8/layout/hierarchy6"/>
    <dgm:cxn modelId="{6908BF28-EA27-42CA-AE5B-33BD8839BA2B}" type="presParOf" srcId="{B348DDA9-D024-42B3-A76F-48B996ED1763}" destId="{76733321-A420-446E-B1FB-90BC29999F65}" srcOrd="2" destOrd="0" presId="urn:microsoft.com/office/officeart/2005/8/layout/hierarchy6"/>
    <dgm:cxn modelId="{A7B32213-F802-4534-8A1F-464936ABFEE1}" type="presParOf" srcId="{B348DDA9-D024-42B3-A76F-48B996ED1763}" destId="{7EBAD5B3-ADE0-48BB-82BE-A0CC9B6C700D}" srcOrd="3" destOrd="0" presId="urn:microsoft.com/office/officeart/2005/8/layout/hierarchy6"/>
    <dgm:cxn modelId="{57096086-9393-42E6-967E-907346FD3491}" type="presParOf" srcId="{7EBAD5B3-ADE0-48BB-82BE-A0CC9B6C700D}" destId="{17CDD18A-8DBE-4780-932B-A6459C13F858}" srcOrd="0" destOrd="0" presId="urn:microsoft.com/office/officeart/2005/8/layout/hierarchy6"/>
    <dgm:cxn modelId="{62FAB7E9-3A41-4399-8DFE-83D1E03EC1E1}" type="presParOf" srcId="{7EBAD5B3-ADE0-48BB-82BE-A0CC9B6C700D}" destId="{688140C8-EFFC-4F56-99F1-1FD1EA07A3AF}" srcOrd="1" destOrd="0" presId="urn:microsoft.com/office/officeart/2005/8/layout/hierarchy6"/>
    <dgm:cxn modelId="{BD9E9A03-4531-4D9E-AC63-081224657F74}" type="presParOf" srcId="{688140C8-EFFC-4F56-99F1-1FD1EA07A3AF}" destId="{B771E95E-72FB-446E-97F7-62F1F8DEDE5E}" srcOrd="0" destOrd="0" presId="urn:microsoft.com/office/officeart/2005/8/layout/hierarchy6"/>
    <dgm:cxn modelId="{49642D44-9173-4913-9047-CB2C3E328601}" type="presParOf" srcId="{688140C8-EFFC-4F56-99F1-1FD1EA07A3AF}" destId="{976D1E30-5739-4F94-99F7-19886691B72F}" srcOrd="1" destOrd="0" presId="urn:microsoft.com/office/officeart/2005/8/layout/hierarchy6"/>
    <dgm:cxn modelId="{5F75996A-D389-44BA-A987-D9EBBC07B7DC}" type="presParOf" srcId="{976D1E30-5739-4F94-99F7-19886691B72F}" destId="{E2B5298D-7E22-4133-AF76-73BD5EE47240}" srcOrd="0" destOrd="0" presId="urn:microsoft.com/office/officeart/2005/8/layout/hierarchy6"/>
    <dgm:cxn modelId="{96BFBD6A-8F80-428B-984C-A302C0BBECAD}" type="presParOf" srcId="{976D1E30-5739-4F94-99F7-19886691B72F}" destId="{FE99D605-6569-4A63-811F-3F22A07EABCB}" srcOrd="1" destOrd="0" presId="urn:microsoft.com/office/officeart/2005/8/layout/hierarchy6"/>
    <dgm:cxn modelId="{2FFDC343-1BAB-4829-BADE-FCA15E06D416}" type="presParOf" srcId="{688140C8-EFFC-4F56-99F1-1FD1EA07A3AF}" destId="{49A94194-1B24-48E6-973E-654639E24479}" srcOrd="2" destOrd="0" presId="urn:microsoft.com/office/officeart/2005/8/layout/hierarchy6"/>
    <dgm:cxn modelId="{8FED0AFC-CAEC-4833-A7D9-F1D6945187FE}" type="presParOf" srcId="{688140C8-EFFC-4F56-99F1-1FD1EA07A3AF}" destId="{40F4F61D-EAF5-442F-B6FF-E0CA89F97EA7}" srcOrd="3" destOrd="0" presId="urn:microsoft.com/office/officeart/2005/8/layout/hierarchy6"/>
    <dgm:cxn modelId="{5449A446-6C74-427C-9108-E6462C4C82F2}" type="presParOf" srcId="{40F4F61D-EAF5-442F-B6FF-E0CA89F97EA7}" destId="{12B5EAE8-97D1-4410-A13B-F66ECADBC0F9}" srcOrd="0" destOrd="0" presId="urn:microsoft.com/office/officeart/2005/8/layout/hierarchy6"/>
    <dgm:cxn modelId="{69C7585F-D554-4E36-BD10-E7989FBBDD65}" type="presParOf" srcId="{40F4F61D-EAF5-442F-B6FF-E0CA89F97EA7}" destId="{A4534C39-EAB4-4E98-80F7-C4400BFC6308}" srcOrd="1" destOrd="0" presId="urn:microsoft.com/office/officeart/2005/8/layout/hierarchy6"/>
    <dgm:cxn modelId="{389A3152-C69F-47D6-B6A1-8C0DB6D832D1}" type="presParOf" srcId="{B348DDA9-D024-42B3-A76F-48B996ED1763}" destId="{C49DA013-B842-40D6-829C-54D0215F147A}" srcOrd="4" destOrd="0" presId="urn:microsoft.com/office/officeart/2005/8/layout/hierarchy6"/>
    <dgm:cxn modelId="{89CDCE86-28E1-45CD-A5C1-EDC6399A2C36}" type="presParOf" srcId="{B348DDA9-D024-42B3-A76F-48B996ED1763}" destId="{ACCD2B05-B580-4052-A219-49BA26C807F0}" srcOrd="5" destOrd="0" presId="urn:microsoft.com/office/officeart/2005/8/layout/hierarchy6"/>
    <dgm:cxn modelId="{9E7F5C5F-7832-415D-9E9C-E965D27C0655}" type="presParOf" srcId="{ACCD2B05-B580-4052-A219-49BA26C807F0}" destId="{42B7AB4C-7A46-406D-99FC-086C6AE70CCF}" srcOrd="0" destOrd="0" presId="urn:microsoft.com/office/officeart/2005/8/layout/hierarchy6"/>
    <dgm:cxn modelId="{DD68CEB7-53C2-4F4E-8CC1-EBBF1114B95A}" type="presParOf" srcId="{ACCD2B05-B580-4052-A219-49BA26C807F0}" destId="{7E83D57F-9912-4F86-9AD5-554ECA154C42}" srcOrd="1" destOrd="0" presId="urn:microsoft.com/office/officeart/2005/8/layout/hierarchy6"/>
    <dgm:cxn modelId="{2B0B0A00-A757-498B-977B-44826BCD569A}" type="presParOf" srcId="{7E83D57F-9912-4F86-9AD5-554ECA154C42}" destId="{E53ED304-E9E4-4F26-A14F-3051D7B43421}" srcOrd="0" destOrd="0" presId="urn:microsoft.com/office/officeart/2005/8/layout/hierarchy6"/>
    <dgm:cxn modelId="{3EE805EB-45C5-4CD6-8B24-FC04305AA80D}" type="presParOf" srcId="{7E83D57F-9912-4F86-9AD5-554ECA154C42}" destId="{D609A24F-46BF-4C22-8933-D5A17A79A199}" srcOrd="1" destOrd="0" presId="urn:microsoft.com/office/officeart/2005/8/layout/hierarchy6"/>
    <dgm:cxn modelId="{60B21832-E151-4718-85AA-F20AE8E69526}" type="presParOf" srcId="{D609A24F-46BF-4C22-8933-D5A17A79A199}" destId="{98F6A403-E939-4558-8F17-1D7AB1B41DC1}" srcOrd="0" destOrd="0" presId="urn:microsoft.com/office/officeart/2005/8/layout/hierarchy6"/>
    <dgm:cxn modelId="{896C6665-0F91-497E-BA31-684BCDF908E5}" type="presParOf" srcId="{D609A24F-46BF-4C22-8933-D5A17A79A199}" destId="{2424BA81-58F6-4F3F-B4AA-292BB4177FBD}" srcOrd="1" destOrd="0" presId="urn:microsoft.com/office/officeart/2005/8/layout/hierarchy6"/>
    <dgm:cxn modelId="{A8183AFC-0DD4-43C5-A780-4DEF61B985BF}" type="presParOf" srcId="{7E83D57F-9912-4F86-9AD5-554ECA154C42}" destId="{8A74497A-E30E-4F49-B5A1-04F7EE513C06}" srcOrd="2" destOrd="0" presId="urn:microsoft.com/office/officeart/2005/8/layout/hierarchy6"/>
    <dgm:cxn modelId="{0B25D8E3-D5A7-463F-A40E-06B4FC073C08}" type="presParOf" srcId="{7E83D57F-9912-4F86-9AD5-554ECA154C42}" destId="{7201E04C-0CFC-4F5C-A29B-89FD45400740}" srcOrd="3" destOrd="0" presId="urn:microsoft.com/office/officeart/2005/8/layout/hierarchy6"/>
    <dgm:cxn modelId="{54FBDB28-8CFC-4C1A-90EC-4E42CE0D9FEE}" type="presParOf" srcId="{7201E04C-0CFC-4F5C-A29B-89FD45400740}" destId="{A26E1325-9964-495E-AE3E-CB78A1987B99}" srcOrd="0" destOrd="0" presId="urn:microsoft.com/office/officeart/2005/8/layout/hierarchy6"/>
    <dgm:cxn modelId="{B8DCFE97-7F94-4CAB-8F3F-668F638C5E8B}" type="presParOf" srcId="{7201E04C-0CFC-4F5C-A29B-89FD45400740}" destId="{686CE57E-5A1B-454D-93FB-A1A8DE9B0561}" srcOrd="1" destOrd="0" presId="urn:microsoft.com/office/officeart/2005/8/layout/hierarchy6"/>
    <dgm:cxn modelId="{00B5489E-11FC-46F6-8198-8BD219846B50}" type="presParOf" srcId="{B348DDA9-D024-42B3-A76F-48B996ED1763}" destId="{8379BBD4-CCF1-4A1D-920E-5EE05C23A357}" srcOrd="6" destOrd="0" presId="urn:microsoft.com/office/officeart/2005/8/layout/hierarchy6"/>
    <dgm:cxn modelId="{A8F71A8B-4845-42A3-9E05-3E80A49ED5C6}" type="presParOf" srcId="{B348DDA9-D024-42B3-A76F-48B996ED1763}" destId="{08DC07D3-17D9-4CC8-A055-F697AA548BC3}" srcOrd="7" destOrd="0" presId="urn:microsoft.com/office/officeart/2005/8/layout/hierarchy6"/>
    <dgm:cxn modelId="{482B3A6C-86E0-4FB5-A11A-30CCBFD388A6}" type="presParOf" srcId="{08DC07D3-17D9-4CC8-A055-F697AA548BC3}" destId="{69CC8369-0A39-42C2-BD5C-3E50F480F9AD}" srcOrd="0" destOrd="0" presId="urn:microsoft.com/office/officeart/2005/8/layout/hierarchy6"/>
    <dgm:cxn modelId="{54D23A95-0E2F-4138-8DA8-125D92368D54}" type="presParOf" srcId="{08DC07D3-17D9-4CC8-A055-F697AA548BC3}" destId="{53877193-06DB-4F43-B7F9-CEC547AFADBB}" srcOrd="1" destOrd="0" presId="urn:microsoft.com/office/officeart/2005/8/layout/hierarchy6"/>
    <dgm:cxn modelId="{CA62193B-783E-4005-A2E7-3362BF0E3272}" type="presParOf" srcId="{53877193-06DB-4F43-B7F9-CEC547AFADBB}" destId="{96D9CE2C-7DE9-4DFD-ACF7-B74AA8132423}" srcOrd="0" destOrd="0" presId="urn:microsoft.com/office/officeart/2005/8/layout/hierarchy6"/>
    <dgm:cxn modelId="{62C589EE-BDAE-412E-B2FC-BCFA17A7C48F}" type="presParOf" srcId="{53877193-06DB-4F43-B7F9-CEC547AFADBB}" destId="{907A7181-81F4-4C6C-85F5-7BDD78B80FB4}" srcOrd="1" destOrd="0" presId="urn:microsoft.com/office/officeart/2005/8/layout/hierarchy6"/>
    <dgm:cxn modelId="{08382F5D-B48D-4370-A758-9803E9F2E9E2}" type="presParOf" srcId="{907A7181-81F4-4C6C-85F5-7BDD78B80FB4}" destId="{9193A27E-934C-4633-832F-E3EA07D8E669}" srcOrd="0" destOrd="0" presId="urn:microsoft.com/office/officeart/2005/8/layout/hierarchy6"/>
    <dgm:cxn modelId="{0BE0D92A-150A-4FF4-B18D-EAADCC37E581}" type="presParOf" srcId="{907A7181-81F4-4C6C-85F5-7BDD78B80FB4}" destId="{50723039-6C20-47DD-A91E-3A714643B2D8}" srcOrd="1" destOrd="0" presId="urn:microsoft.com/office/officeart/2005/8/layout/hierarchy6"/>
    <dgm:cxn modelId="{92A16127-A699-432F-AE07-8ADC906BCD8D}" type="presParOf" srcId="{53877193-06DB-4F43-B7F9-CEC547AFADBB}" destId="{88A248A8-782D-444C-B26D-B9D509D6A93D}" srcOrd="2" destOrd="0" presId="urn:microsoft.com/office/officeart/2005/8/layout/hierarchy6"/>
    <dgm:cxn modelId="{3396E7E8-2462-48C0-B420-A9EFC109ACE5}" type="presParOf" srcId="{53877193-06DB-4F43-B7F9-CEC547AFADBB}" destId="{93E4BC50-556C-482C-96F2-6B78D1E5020F}" srcOrd="3" destOrd="0" presId="urn:microsoft.com/office/officeart/2005/8/layout/hierarchy6"/>
    <dgm:cxn modelId="{B163A621-B38A-4126-94AF-4E8A03D529D1}" type="presParOf" srcId="{93E4BC50-556C-482C-96F2-6B78D1E5020F}" destId="{B555562B-85A3-4ED9-9B8B-493BED642C18}" srcOrd="0" destOrd="0" presId="urn:microsoft.com/office/officeart/2005/8/layout/hierarchy6"/>
    <dgm:cxn modelId="{A1EBFFD9-CDDF-4D8D-BFCD-5BDD6CFCE895}" type="presParOf" srcId="{93E4BC50-556C-482C-96F2-6B78D1E5020F}" destId="{3A875127-EA02-47CA-9C89-828FEF3EF446}" srcOrd="1" destOrd="0" presId="urn:microsoft.com/office/officeart/2005/8/layout/hierarchy6"/>
    <dgm:cxn modelId="{5EE08395-35A5-4B2D-9457-107DFA445988}" type="presParOf" srcId="{7EFD762B-853D-4135-A1F2-F1853E5E400E}" destId="{9D4C8F0C-9661-4EF2-85EF-2B5D9665B9B6}"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BE0AC2-2A47-43A1-92FF-B3A7BF1B3D06}">
      <dsp:nvSpPr>
        <dsp:cNvPr id="0" name=""/>
        <dsp:cNvSpPr/>
      </dsp:nvSpPr>
      <dsp:spPr>
        <a:xfrm>
          <a:off x="2917" y="148971"/>
          <a:ext cx="1754268" cy="70170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110000"/>
            </a:lnSpc>
            <a:spcBef>
              <a:spcPct val="0"/>
            </a:spcBef>
            <a:spcAft>
              <a:spcPts val="0"/>
            </a:spcAft>
            <a:buNone/>
          </a:pPr>
          <a:r>
            <a:rPr lang="en-GB" sz="1400" b="1" kern="1200" dirty="0"/>
            <a:t>Title 1 </a:t>
          </a:r>
        </a:p>
      </dsp:txBody>
      <dsp:txXfrm>
        <a:off x="2917" y="148971"/>
        <a:ext cx="1754268" cy="701707"/>
      </dsp:txXfrm>
    </dsp:sp>
    <dsp:sp modelId="{91E4C61F-7C52-426E-9419-312040B44658}">
      <dsp:nvSpPr>
        <dsp:cNvPr id="0" name=""/>
        <dsp:cNvSpPr/>
      </dsp:nvSpPr>
      <dsp:spPr>
        <a:xfrm>
          <a:off x="2917" y="850678"/>
          <a:ext cx="1754268" cy="2854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110000"/>
            </a:lnSpc>
            <a:spcBef>
              <a:spcPct val="0"/>
            </a:spcBef>
            <a:spcAft>
              <a:spcPts val="0"/>
            </a:spcAft>
            <a:buChar char="•"/>
          </a:pPr>
          <a:r>
            <a:rPr lang="de-DE" sz="1400" b="0" kern="1200" dirty="0"/>
            <a:t>Text</a:t>
          </a:r>
          <a:endParaRPr lang="de-AT" sz="1400" kern="1200" dirty="0"/>
        </a:p>
        <a:p>
          <a:pPr marL="114300" lvl="1" indent="-114300" algn="l" defTabSz="622300">
            <a:lnSpc>
              <a:spcPct val="110000"/>
            </a:lnSpc>
            <a:spcBef>
              <a:spcPct val="0"/>
            </a:spcBef>
            <a:spcAft>
              <a:spcPts val="0"/>
            </a:spcAft>
            <a:buChar char="•"/>
          </a:pPr>
          <a:r>
            <a:rPr lang="de-AT" sz="1400" kern="1200" dirty="0"/>
            <a:t>Text</a:t>
          </a:r>
        </a:p>
        <a:p>
          <a:pPr marL="114300" lvl="1" indent="-114300" algn="l" defTabSz="622300">
            <a:lnSpc>
              <a:spcPct val="110000"/>
            </a:lnSpc>
            <a:spcBef>
              <a:spcPct val="0"/>
            </a:spcBef>
            <a:spcAft>
              <a:spcPts val="0"/>
            </a:spcAft>
            <a:buChar char="•"/>
          </a:pPr>
          <a:endParaRPr lang="de-AT" sz="1400" kern="1200" dirty="0"/>
        </a:p>
      </dsp:txBody>
      <dsp:txXfrm>
        <a:off x="2917" y="850678"/>
        <a:ext cx="1754268" cy="2854800"/>
      </dsp:txXfrm>
    </dsp:sp>
    <dsp:sp modelId="{FD282EC7-386B-410D-87BE-3FB6CC098E70}">
      <dsp:nvSpPr>
        <dsp:cNvPr id="0" name=""/>
        <dsp:cNvSpPr/>
      </dsp:nvSpPr>
      <dsp:spPr>
        <a:xfrm>
          <a:off x="2002783" y="148971"/>
          <a:ext cx="1754268" cy="70170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110000"/>
            </a:lnSpc>
            <a:spcBef>
              <a:spcPct val="0"/>
            </a:spcBef>
            <a:spcAft>
              <a:spcPts val="0"/>
            </a:spcAft>
            <a:buNone/>
          </a:pPr>
          <a:r>
            <a:rPr lang="en-GB" sz="1400" b="1" kern="1200" dirty="0"/>
            <a:t>Title 2</a:t>
          </a:r>
        </a:p>
      </dsp:txBody>
      <dsp:txXfrm>
        <a:off x="2002783" y="148971"/>
        <a:ext cx="1754268" cy="701707"/>
      </dsp:txXfrm>
    </dsp:sp>
    <dsp:sp modelId="{9A50B2AE-D25B-4791-8DD2-E0BBBDD10686}">
      <dsp:nvSpPr>
        <dsp:cNvPr id="0" name=""/>
        <dsp:cNvSpPr/>
      </dsp:nvSpPr>
      <dsp:spPr>
        <a:xfrm>
          <a:off x="2002783" y="850678"/>
          <a:ext cx="1754268" cy="2854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110000"/>
            </a:lnSpc>
            <a:spcBef>
              <a:spcPct val="0"/>
            </a:spcBef>
            <a:spcAft>
              <a:spcPts val="0"/>
            </a:spcAft>
            <a:buChar char="•"/>
          </a:pPr>
          <a:r>
            <a:rPr lang="de-DE" sz="1400" b="0" kern="1200" dirty="0"/>
            <a:t>Text</a:t>
          </a:r>
          <a:endParaRPr lang="de-AT" sz="1400" kern="1200" dirty="0"/>
        </a:p>
      </dsp:txBody>
      <dsp:txXfrm>
        <a:off x="2002783" y="850678"/>
        <a:ext cx="1754268" cy="2854800"/>
      </dsp:txXfrm>
    </dsp:sp>
    <dsp:sp modelId="{6F25EFC5-40DE-4C41-8EE4-2A362947BE62}">
      <dsp:nvSpPr>
        <dsp:cNvPr id="0" name=""/>
        <dsp:cNvSpPr/>
      </dsp:nvSpPr>
      <dsp:spPr>
        <a:xfrm>
          <a:off x="4002648" y="148971"/>
          <a:ext cx="1754268" cy="70170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110000"/>
            </a:lnSpc>
            <a:spcBef>
              <a:spcPct val="0"/>
            </a:spcBef>
            <a:spcAft>
              <a:spcPts val="0"/>
            </a:spcAft>
            <a:buNone/>
          </a:pPr>
          <a:r>
            <a:rPr lang="en-GB" sz="1400" b="1" kern="1200" dirty="0"/>
            <a:t>Title 3</a:t>
          </a:r>
        </a:p>
      </dsp:txBody>
      <dsp:txXfrm>
        <a:off x="4002648" y="148971"/>
        <a:ext cx="1754268" cy="701707"/>
      </dsp:txXfrm>
    </dsp:sp>
    <dsp:sp modelId="{3F1027D8-7003-482C-9687-F10BEBE5F2B5}">
      <dsp:nvSpPr>
        <dsp:cNvPr id="0" name=""/>
        <dsp:cNvSpPr/>
      </dsp:nvSpPr>
      <dsp:spPr>
        <a:xfrm>
          <a:off x="4002648" y="850678"/>
          <a:ext cx="1754268" cy="2854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110000"/>
            </a:lnSpc>
            <a:spcBef>
              <a:spcPct val="0"/>
            </a:spcBef>
            <a:spcAft>
              <a:spcPts val="0"/>
            </a:spcAft>
            <a:buChar char="•"/>
          </a:pPr>
          <a:r>
            <a:rPr lang="de-DE" sz="1400" b="0" kern="1200" dirty="0"/>
            <a:t>Text</a:t>
          </a:r>
          <a:endParaRPr lang="de-AT" sz="1400" kern="1200" dirty="0"/>
        </a:p>
        <a:p>
          <a:pPr marL="285750" lvl="1" indent="-285750" algn="l" defTabSz="1600200">
            <a:lnSpc>
              <a:spcPct val="90000"/>
            </a:lnSpc>
            <a:spcBef>
              <a:spcPct val="0"/>
            </a:spcBef>
            <a:spcAft>
              <a:spcPct val="15000"/>
            </a:spcAft>
            <a:buChar char="•"/>
          </a:pPr>
          <a:endParaRPr lang="de-AT" sz="3600" kern="1200" dirty="0"/>
        </a:p>
      </dsp:txBody>
      <dsp:txXfrm>
        <a:off x="4002648" y="850678"/>
        <a:ext cx="1754268" cy="2854800"/>
      </dsp:txXfrm>
    </dsp:sp>
    <dsp:sp modelId="{ADC1CC55-DA0A-49EE-A5F5-8353F4CAE566}">
      <dsp:nvSpPr>
        <dsp:cNvPr id="0" name=""/>
        <dsp:cNvSpPr/>
      </dsp:nvSpPr>
      <dsp:spPr>
        <a:xfrm>
          <a:off x="6002514" y="148971"/>
          <a:ext cx="1754268" cy="70170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110000"/>
            </a:lnSpc>
            <a:spcBef>
              <a:spcPct val="0"/>
            </a:spcBef>
            <a:spcAft>
              <a:spcPts val="0"/>
            </a:spcAft>
            <a:buNone/>
          </a:pPr>
          <a:r>
            <a:rPr lang="en-GB" sz="1400" b="1" kern="1200" dirty="0"/>
            <a:t>Title 4</a:t>
          </a:r>
        </a:p>
      </dsp:txBody>
      <dsp:txXfrm>
        <a:off x="6002514" y="148971"/>
        <a:ext cx="1754268" cy="701707"/>
      </dsp:txXfrm>
    </dsp:sp>
    <dsp:sp modelId="{6D33E3F4-BAF6-4823-AC4F-E6FA0DDE3FA9}">
      <dsp:nvSpPr>
        <dsp:cNvPr id="0" name=""/>
        <dsp:cNvSpPr/>
      </dsp:nvSpPr>
      <dsp:spPr>
        <a:xfrm>
          <a:off x="6002514" y="850678"/>
          <a:ext cx="1754268" cy="2854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110000"/>
            </a:lnSpc>
            <a:spcBef>
              <a:spcPct val="0"/>
            </a:spcBef>
            <a:spcAft>
              <a:spcPts val="0"/>
            </a:spcAft>
            <a:buChar char="•"/>
          </a:pPr>
          <a:r>
            <a:rPr lang="de-DE" sz="1400" b="0" kern="1200" dirty="0"/>
            <a:t>Text</a:t>
          </a:r>
          <a:endParaRPr lang="de-AT" sz="1400" kern="1200" dirty="0"/>
        </a:p>
      </dsp:txBody>
      <dsp:txXfrm>
        <a:off x="6002514" y="850678"/>
        <a:ext cx="1754268" cy="28548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99440F-902F-46B5-B28E-6924C7493896}">
      <dsp:nvSpPr>
        <dsp:cNvPr id="0" name=""/>
        <dsp:cNvSpPr/>
      </dsp:nvSpPr>
      <dsp:spPr>
        <a:xfrm>
          <a:off x="3403867" y="726581"/>
          <a:ext cx="951965" cy="634643"/>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b="1" kern="1200" dirty="0"/>
            <a:t>Manager</a:t>
          </a:r>
        </a:p>
      </dsp:txBody>
      <dsp:txXfrm>
        <a:off x="3422455" y="745169"/>
        <a:ext cx="914789" cy="597467"/>
      </dsp:txXfrm>
    </dsp:sp>
    <dsp:sp modelId="{EC850913-42ED-4B54-8ABF-FC14E3038431}">
      <dsp:nvSpPr>
        <dsp:cNvPr id="0" name=""/>
        <dsp:cNvSpPr/>
      </dsp:nvSpPr>
      <dsp:spPr>
        <a:xfrm>
          <a:off x="476574" y="1361224"/>
          <a:ext cx="3403275" cy="248678"/>
        </a:xfrm>
        <a:custGeom>
          <a:avLst/>
          <a:gdLst/>
          <a:ahLst/>
          <a:cxnLst/>
          <a:rect l="0" t="0" r="0" b="0"/>
          <a:pathLst>
            <a:path>
              <a:moveTo>
                <a:pt x="3403275" y="0"/>
              </a:moveTo>
              <a:lnTo>
                <a:pt x="3403275" y="124339"/>
              </a:lnTo>
              <a:lnTo>
                <a:pt x="0" y="124339"/>
              </a:lnTo>
              <a:lnTo>
                <a:pt x="0" y="248678"/>
              </a:lnTo>
            </a:path>
          </a:pathLst>
        </a:custGeom>
        <a:noFill/>
        <a:ln w="1270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90AB66F-CF60-45BF-A7A7-0067879515C0}">
      <dsp:nvSpPr>
        <dsp:cNvPr id="0" name=""/>
        <dsp:cNvSpPr/>
      </dsp:nvSpPr>
      <dsp:spPr>
        <a:xfrm>
          <a:off x="592" y="1609903"/>
          <a:ext cx="951965" cy="634643"/>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Stabstelle</a:t>
          </a:r>
        </a:p>
      </dsp:txBody>
      <dsp:txXfrm>
        <a:off x="19180" y="1628491"/>
        <a:ext cx="914789" cy="597467"/>
      </dsp:txXfrm>
    </dsp:sp>
    <dsp:sp modelId="{76733321-A420-446E-B1FB-90BC29999F65}">
      <dsp:nvSpPr>
        <dsp:cNvPr id="0" name=""/>
        <dsp:cNvSpPr/>
      </dsp:nvSpPr>
      <dsp:spPr>
        <a:xfrm>
          <a:off x="1714129" y="1361224"/>
          <a:ext cx="2165720" cy="248678"/>
        </a:xfrm>
        <a:custGeom>
          <a:avLst/>
          <a:gdLst/>
          <a:ahLst/>
          <a:cxnLst/>
          <a:rect l="0" t="0" r="0" b="0"/>
          <a:pathLst>
            <a:path>
              <a:moveTo>
                <a:pt x="2165720" y="0"/>
              </a:moveTo>
              <a:lnTo>
                <a:pt x="2165720" y="124339"/>
              </a:lnTo>
              <a:lnTo>
                <a:pt x="0" y="124339"/>
              </a:lnTo>
              <a:lnTo>
                <a:pt x="0" y="248678"/>
              </a:lnTo>
            </a:path>
          </a:pathLst>
        </a:custGeom>
        <a:noFill/>
        <a:ln w="1270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CDD18A-8DBE-4780-932B-A6459C13F858}">
      <dsp:nvSpPr>
        <dsp:cNvPr id="0" name=""/>
        <dsp:cNvSpPr/>
      </dsp:nvSpPr>
      <dsp:spPr>
        <a:xfrm>
          <a:off x="1238146" y="1609903"/>
          <a:ext cx="951965" cy="634643"/>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Vorgesetzter 1</a:t>
          </a:r>
        </a:p>
      </dsp:txBody>
      <dsp:txXfrm>
        <a:off x="1256734" y="1628491"/>
        <a:ext cx="914789" cy="597467"/>
      </dsp:txXfrm>
    </dsp:sp>
    <dsp:sp modelId="{B771E95E-72FB-446E-97F7-62F1F8DEDE5E}">
      <dsp:nvSpPr>
        <dsp:cNvPr id="0" name=""/>
        <dsp:cNvSpPr/>
      </dsp:nvSpPr>
      <dsp:spPr>
        <a:xfrm>
          <a:off x="1095351" y="2244546"/>
          <a:ext cx="618777" cy="253857"/>
        </a:xfrm>
        <a:custGeom>
          <a:avLst/>
          <a:gdLst/>
          <a:ahLst/>
          <a:cxnLst/>
          <a:rect l="0" t="0" r="0" b="0"/>
          <a:pathLst>
            <a:path>
              <a:moveTo>
                <a:pt x="618777" y="0"/>
              </a:moveTo>
              <a:lnTo>
                <a:pt x="618777" y="126928"/>
              </a:lnTo>
              <a:lnTo>
                <a:pt x="0" y="126928"/>
              </a:lnTo>
              <a:lnTo>
                <a:pt x="0" y="253857"/>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2B5298D-7E22-4133-AF76-73BD5EE47240}">
      <dsp:nvSpPr>
        <dsp:cNvPr id="0" name=""/>
        <dsp:cNvSpPr/>
      </dsp:nvSpPr>
      <dsp:spPr>
        <a:xfrm>
          <a:off x="619369" y="2498404"/>
          <a:ext cx="951965" cy="634643"/>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Mitarbeiter A</a:t>
          </a:r>
        </a:p>
      </dsp:txBody>
      <dsp:txXfrm>
        <a:off x="637957" y="2516992"/>
        <a:ext cx="914789" cy="597467"/>
      </dsp:txXfrm>
    </dsp:sp>
    <dsp:sp modelId="{49A94194-1B24-48E6-973E-654639E24479}">
      <dsp:nvSpPr>
        <dsp:cNvPr id="0" name=""/>
        <dsp:cNvSpPr/>
      </dsp:nvSpPr>
      <dsp:spPr>
        <a:xfrm>
          <a:off x="1714129" y="2244546"/>
          <a:ext cx="618777" cy="253857"/>
        </a:xfrm>
        <a:custGeom>
          <a:avLst/>
          <a:gdLst/>
          <a:ahLst/>
          <a:cxnLst/>
          <a:rect l="0" t="0" r="0" b="0"/>
          <a:pathLst>
            <a:path>
              <a:moveTo>
                <a:pt x="0" y="0"/>
              </a:moveTo>
              <a:lnTo>
                <a:pt x="0" y="126928"/>
              </a:lnTo>
              <a:lnTo>
                <a:pt x="618777" y="126928"/>
              </a:lnTo>
              <a:lnTo>
                <a:pt x="618777" y="253857"/>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B5EAE8-97D1-4410-A13B-F66ECADBC0F9}">
      <dsp:nvSpPr>
        <dsp:cNvPr id="0" name=""/>
        <dsp:cNvSpPr/>
      </dsp:nvSpPr>
      <dsp:spPr>
        <a:xfrm>
          <a:off x="1856924" y="2498404"/>
          <a:ext cx="951965" cy="634643"/>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Mitarbeiter B</a:t>
          </a:r>
        </a:p>
      </dsp:txBody>
      <dsp:txXfrm>
        <a:off x="1875512" y="2516992"/>
        <a:ext cx="914789" cy="597467"/>
      </dsp:txXfrm>
    </dsp:sp>
    <dsp:sp modelId="{C49DA013-B842-40D6-829C-54D0215F147A}">
      <dsp:nvSpPr>
        <dsp:cNvPr id="0" name=""/>
        <dsp:cNvSpPr/>
      </dsp:nvSpPr>
      <dsp:spPr>
        <a:xfrm>
          <a:off x="3879850" y="1361224"/>
          <a:ext cx="309388" cy="248678"/>
        </a:xfrm>
        <a:custGeom>
          <a:avLst/>
          <a:gdLst/>
          <a:ahLst/>
          <a:cxnLst/>
          <a:rect l="0" t="0" r="0" b="0"/>
          <a:pathLst>
            <a:path>
              <a:moveTo>
                <a:pt x="0" y="0"/>
              </a:moveTo>
              <a:lnTo>
                <a:pt x="0" y="124339"/>
              </a:lnTo>
              <a:lnTo>
                <a:pt x="309388" y="124339"/>
              </a:lnTo>
              <a:lnTo>
                <a:pt x="309388" y="248678"/>
              </a:lnTo>
            </a:path>
          </a:pathLst>
        </a:custGeom>
        <a:noFill/>
        <a:ln w="1270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B7AB4C-7A46-406D-99FC-086C6AE70CCF}">
      <dsp:nvSpPr>
        <dsp:cNvPr id="0" name=""/>
        <dsp:cNvSpPr/>
      </dsp:nvSpPr>
      <dsp:spPr>
        <a:xfrm>
          <a:off x="3713256" y="1609903"/>
          <a:ext cx="951965" cy="634643"/>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Vorgesetzter 2</a:t>
          </a:r>
        </a:p>
      </dsp:txBody>
      <dsp:txXfrm>
        <a:off x="3731844" y="1628491"/>
        <a:ext cx="914789" cy="597467"/>
      </dsp:txXfrm>
    </dsp:sp>
    <dsp:sp modelId="{E53ED304-E9E4-4F26-A14F-3051D7B43421}">
      <dsp:nvSpPr>
        <dsp:cNvPr id="0" name=""/>
        <dsp:cNvSpPr/>
      </dsp:nvSpPr>
      <dsp:spPr>
        <a:xfrm>
          <a:off x="3570461" y="2244546"/>
          <a:ext cx="618777" cy="253857"/>
        </a:xfrm>
        <a:custGeom>
          <a:avLst/>
          <a:gdLst/>
          <a:ahLst/>
          <a:cxnLst/>
          <a:rect l="0" t="0" r="0" b="0"/>
          <a:pathLst>
            <a:path>
              <a:moveTo>
                <a:pt x="618777" y="0"/>
              </a:moveTo>
              <a:lnTo>
                <a:pt x="618777" y="126928"/>
              </a:lnTo>
              <a:lnTo>
                <a:pt x="0" y="126928"/>
              </a:lnTo>
              <a:lnTo>
                <a:pt x="0" y="253857"/>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F6A403-E939-4558-8F17-1D7AB1B41DC1}">
      <dsp:nvSpPr>
        <dsp:cNvPr id="0" name=""/>
        <dsp:cNvSpPr/>
      </dsp:nvSpPr>
      <dsp:spPr>
        <a:xfrm>
          <a:off x="3094478" y="2498404"/>
          <a:ext cx="951965" cy="634643"/>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Mitarbeiter C</a:t>
          </a:r>
        </a:p>
      </dsp:txBody>
      <dsp:txXfrm>
        <a:off x="3113066" y="2516992"/>
        <a:ext cx="914789" cy="597467"/>
      </dsp:txXfrm>
    </dsp:sp>
    <dsp:sp modelId="{8A74497A-E30E-4F49-B5A1-04F7EE513C06}">
      <dsp:nvSpPr>
        <dsp:cNvPr id="0" name=""/>
        <dsp:cNvSpPr/>
      </dsp:nvSpPr>
      <dsp:spPr>
        <a:xfrm>
          <a:off x="4189238" y="2244546"/>
          <a:ext cx="618777" cy="253857"/>
        </a:xfrm>
        <a:custGeom>
          <a:avLst/>
          <a:gdLst/>
          <a:ahLst/>
          <a:cxnLst/>
          <a:rect l="0" t="0" r="0" b="0"/>
          <a:pathLst>
            <a:path>
              <a:moveTo>
                <a:pt x="0" y="0"/>
              </a:moveTo>
              <a:lnTo>
                <a:pt x="0" y="126928"/>
              </a:lnTo>
              <a:lnTo>
                <a:pt x="618777" y="126928"/>
              </a:lnTo>
              <a:lnTo>
                <a:pt x="618777" y="253857"/>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6E1325-9964-495E-AE3E-CB78A1987B99}">
      <dsp:nvSpPr>
        <dsp:cNvPr id="0" name=""/>
        <dsp:cNvSpPr/>
      </dsp:nvSpPr>
      <dsp:spPr>
        <a:xfrm>
          <a:off x="4332033" y="2498404"/>
          <a:ext cx="951965" cy="634643"/>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Mitarbeiter D</a:t>
          </a:r>
        </a:p>
      </dsp:txBody>
      <dsp:txXfrm>
        <a:off x="4350621" y="2516992"/>
        <a:ext cx="914789" cy="597467"/>
      </dsp:txXfrm>
    </dsp:sp>
    <dsp:sp modelId="{8379BBD4-CCF1-4A1D-920E-5EE05C23A357}">
      <dsp:nvSpPr>
        <dsp:cNvPr id="0" name=""/>
        <dsp:cNvSpPr/>
      </dsp:nvSpPr>
      <dsp:spPr>
        <a:xfrm>
          <a:off x="3879850" y="1361224"/>
          <a:ext cx="2784498" cy="248678"/>
        </a:xfrm>
        <a:custGeom>
          <a:avLst/>
          <a:gdLst/>
          <a:ahLst/>
          <a:cxnLst/>
          <a:rect l="0" t="0" r="0" b="0"/>
          <a:pathLst>
            <a:path>
              <a:moveTo>
                <a:pt x="0" y="0"/>
              </a:moveTo>
              <a:lnTo>
                <a:pt x="0" y="124339"/>
              </a:lnTo>
              <a:lnTo>
                <a:pt x="2784498" y="124339"/>
              </a:lnTo>
              <a:lnTo>
                <a:pt x="2784498" y="248678"/>
              </a:lnTo>
            </a:path>
          </a:pathLst>
        </a:custGeom>
        <a:noFill/>
        <a:ln w="1270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CC8369-0A39-42C2-BD5C-3E50F480F9AD}">
      <dsp:nvSpPr>
        <dsp:cNvPr id="0" name=""/>
        <dsp:cNvSpPr/>
      </dsp:nvSpPr>
      <dsp:spPr>
        <a:xfrm>
          <a:off x="6188365" y="1609903"/>
          <a:ext cx="951965" cy="634643"/>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Vorgesetzter 3</a:t>
          </a:r>
        </a:p>
      </dsp:txBody>
      <dsp:txXfrm>
        <a:off x="6206953" y="1628491"/>
        <a:ext cx="914789" cy="597467"/>
      </dsp:txXfrm>
    </dsp:sp>
    <dsp:sp modelId="{96D9CE2C-7DE9-4DFD-ACF7-B74AA8132423}">
      <dsp:nvSpPr>
        <dsp:cNvPr id="0" name=""/>
        <dsp:cNvSpPr/>
      </dsp:nvSpPr>
      <dsp:spPr>
        <a:xfrm>
          <a:off x="6045570" y="2244546"/>
          <a:ext cx="618777" cy="253857"/>
        </a:xfrm>
        <a:custGeom>
          <a:avLst/>
          <a:gdLst/>
          <a:ahLst/>
          <a:cxnLst/>
          <a:rect l="0" t="0" r="0" b="0"/>
          <a:pathLst>
            <a:path>
              <a:moveTo>
                <a:pt x="618777" y="0"/>
              </a:moveTo>
              <a:lnTo>
                <a:pt x="618777" y="126928"/>
              </a:lnTo>
              <a:lnTo>
                <a:pt x="0" y="126928"/>
              </a:lnTo>
              <a:lnTo>
                <a:pt x="0" y="253857"/>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93A27E-934C-4633-832F-E3EA07D8E669}">
      <dsp:nvSpPr>
        <dsp:cNvPr id="0" name=""/>
        <dsp:cNvSpPr/>
      </dsp:nvSpPr>
      <dsp:spPr>
        <a:xfrm>
          <a:off x="5569588" y="2498404"/>
          <a:ext cx="951965" cy="634643"/>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Mitarbeiter E</a:t>
          </a:r>
        </a:p>
      </dsp:txBody>
      <dsp:txXfrm>
        <a:off x="5588176" y="2516992"/>
        <a:ext cx="914789" cy="597467"/>
      </dsp:txXfrm>
    </dsp:sp>
    <dsp:sp modelId="{88A248A8-782D-444C-B26D-B9D509D6A93D}">
      <dsp:nvSpPr>
        <dsp:cNvPr id="0" name=""/>
        <dsp:cNvSpPr/>
      </dsp:nvSpPr>
      <dsp:spPr>
        <a:xfrm>
          <a:off x="6664348" y="2244546"/>
          <a:ext cx="618777" cy="253857"/>
        </a:xfrm>
        <a:custGeom>
          <a:avLst/>
          <a:gdLst/>
          <a:ahLst/>
          <a:cxnLst/>
          <a:rect l="0" t="0" r="0" b="0"/>
          <a:pathLst>
            <a:path>
              <a:moveTo>
                <a:pt x="0" y="0"/>
              </a:moveTo>
              <a:lnTo>
                <a:pt x="0" y="126928"/>
              </a:lnTo>
              <a:lnTo>
                <a:pt x="618777" y="126928"/>
              </a:lnTo>
              <a:lnTo>
                <a:pt x="618777" y="253857"/>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55562B-85A3-4ED9-9B8B-493BED642C18}">
      <dsp:nvSpPr>
        <dsp:cNvPr id="0" name=""/>
        <dsp:cNvSpPr/>
      </dsp:nvSpPr>
      <dsp:spPr>
        <a:xfrm>
          <a:off x="6807142" y="2498404"/>
          <a:ext cx="951965" cy="634643"/>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Mitarbeiter F</a:t>
          </a:r>
        </a:p>
      </dsp:txBody>
      <dsp:txXfrm>
        <a:off x="6825730" y="2516992"/>
        <a:ext cx="914789" cy="597467"/>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1</a:t>
            </a:fld>
            <a:endParaRPr lang="en-GB" dirty="0"/>
          </a:p>
        </p:txBody>
      </p:sp>
    </p:spTree>
    <p:extLst>
      <p:ext uri="{BB962C8B-B14F-4D97-AF65-F5344CB8AC3E}">
        <p14:creationId xmlns:p14="http://schemas.microsoft.com/office/powerpoint/2010/main" val="2357595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9CC2FD-B32F-4992-A15B-F95E2E35C81B}" type="slidenum">
              <a:rPr lang="en-GB" smtClean="0"/>
              <a:pPr/>
              <a:t>2</a:t>
            </a:fld>
            <a:endParaRPr lang="en-GB" dirty="0"/>
          </a:p>
        </p:txBody>
      </p:sp>
    </p:spTree>
    <p:extLst>
      <p:ext uri="{BB962C8B-B14F-4D97-AF65-F5344CB8AC3E}">
        <p14:creationId xmlns:p14="http://schemas.microsoft.com/office/powerpoint/2010/main" val="2959928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9CC2FD-B32F-4992-A15B-F95E2E35C81B}" type="slidenum">
              <a:rPr lang="en-GB" smtClean="0"/>
              <a:pPr/>
              <a:t>3</a:t>
            </a:fld>
            <a:endParaRPr lang="en-GB" dirty="0"/>
          </a:p>
        </p:txBody>
      </p:sp>
    </p:spTree>
    <p:extLst>
      <p:ext uri="{BB962C8B-B14F-4D97-AF65-F5344CB8AC3E}">
        <p14:creationId xmlns:p14="http://schemas.microsoft.com/office/powerpoint/2010/main" val="258095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4</a:t>
            </a:fld>
            <a:endParaRPr lang="en-GB" dirty="0"/>
          </a:p>
        </p:txBody>
      </p:sp>
    </p:spTree>
    <p:extLst>
      <p:ext uri="{BB962C8B-B14F-4D97-AF65-F5344CB8AC3E}">
        <p14:creationId xmlns:p14="http://schemas.microsoft.com/office/powerpoint/2010/main" val="3732817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9CC2FD-B32F-4992-A15B-F95E2E35C81B}" type="slidenum">
              <a:rPr lang="en-GB" smtClean="0"/>
              <a:pPr/>
              <a:t>5</a:t>
            </a:fld>
            <a:endParaRPr lang="en-GB" dirty="0"/>
          </a:p>
        </p:txBody>
      </p:sp>
    </p:spTree>
    <p:extLst>
      <p:ext uri="{BB962C8B-B14F-4D97-AF65-F5344CB8AC3E}">
        <p14:creationId xmlns:p14="http://schemas.microsoft.com/office/powerpoint/2010/main" val="1942954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6</a:t>
            </a:fld>
            <a:endParaRPr lang="en-GB" dirty="0"/>
          </a:p>
        </p:txBody>
      </p:sp>
    </p:spTree>
    <p:extLst>
      <p:ext uri="{BB962C8B-B14F-4D97-AF65-F5344CB8AC3E}">
        <p14:creationId xmlns:p14="http://schemas.microsoft.com/office/powerpoint/2010/main" val="1133148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7</a:t>
            </a:fld>
            <a:endParaRPr lang="en-GB" dirty="0"/>
          </a:p>
        </p:txBody>
      </p:sp>
    </p:spTree>
    <p:extLst>
      <p:ext uri="{BB962C8B-B14F-4D97-AF65-F5344CB8AC3E}">
        <p14:creationId xmlns:p14="http://schemas.microsoft.com/office/powerpoint/2010/main" val="3055655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8</a:t>
            </a:fld>
            <a:endParaRPr lang="en-GB" dirty="0"/>
          </a:p>
        </p:txBody>
      </p:sp>
    </p:spTree>
    <p:extLst>
      <p:ext uri="{BB962C8B-B14F-4D97-AF65-F5344CB8AC3E}">
        <p14:creationId xmlns:p14="http://schemas.microsoft.com/office/powerpoint/2010/main" val="449487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9</a:t>
            </a:fld>
            <a:endParaRPr lang="en-GB" dirty="0"/>
          </a:p>
        </p:txBody>
      </p:sp>
    </p:spTree>
    <p:extLst>
      <p:ext uri="{BB962C8B-B14F-4D97-AF65-F5344CB8AC3E}">
        <p14:creationId xmlns:p14="http://schemas.microsoft.com/office/powerpoint/2010/main" val="2688610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10</a:t>
            </a:fld>
            <a:endParaRPr lang="en-GB" dirty="0"/>
          </a:p>
        </p:txBody>
      </p:sp>
    </p:spTree>
    <p:extLst>
      <p:ext uri="{BB962C8B-B14F-4D97-AF65-F5344CB8AC3E}">
        <p14:creationId xmlns:p14="http://schemas.microsoft.com/office/powerpoint/2010/main" val="773564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11</a:t>
            </a:fld>
            <a:endParaRPr lang="en-GB" dirty="0"/>
          </a:p>
        </p:txBody>
      </p:sp>
    </p:spTree>
    <p:extLst>
      <p:ext uri="{BB962C8B-B14F-4D97-AF65-F5344CB8AC3E}">
        <p14:creationId xmlns:p14="http://schemas.microsoft.com/office/powerpoint/2010/main" val="4735392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GB" b="0" dirty="0">
              <a:solidFill>
                <a:srgbClr val="FF0000"/>
              </a:solidFill>
            </a:endParaRPr>
          </a:p>
        </p:txBody>
      </p:sp>
      <p:sp>
        <p:nvSpPr>
          <p:cNvPr id="4" name="Foliennummernplatzhalter 3"/>
          <p:cNvSpPr>
            <a:spLocks noGrp="1"/>
          </p:cNvSpPr>
          <p:nvPr>
            <p:ph type="sldNum" sz="quarter" idx="10"/>
          </p:nvPr>
        </p:nvSpPr>
        <p:spPr/>
        <p:txBody>
          <a:bodyPr/>
          <a:lstStyle/>
          <a:p>
            <a:fld id="{A1224C62-D5D0-44C0-A385-089B8C58120F}" type="slidenum">
              <a:rPr lang="en-GB" smtClean="0"/>
              <a:pPr/>
              <a:t>12</a:t>
            </a:fld>
            <a:endParaRPr lang="en-GB" dirty="0"/>
          </a:p>
        </p:txBody>
      </p:sp>
    </p:spTree>
    <p:extLst>
      <p:ext uri="{BB962C8B-B14F-4D97-AF65-F5344CB8AC3E}">
        <p14:creationId xmlns:p14="http://schemas.microsoft.com/office/powerpoint/2010/main" val="3486733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13</a:t>
            </a:fld>
            <a:endParaRPr lang="en-GB" dirty="0"/>
          </a:p>
        </p:txBody>
      </p:sp>
    </p:spTree>
    <p:extLst>
      <p:ext uri="{BB962C8B-B14F-4D97-AF65-F5344CB8AC3E}">
        <p14:creationId xmlns:p14="http://schemas.microsoft.com/office/powerpoint/2010/main" val="3269135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14</a:t>
            </a:fld>
            <a:endParaRPr lang="en-GB" dirty="0"/>
          </a:p>
        </p:txBody>
      </p:sp>
    </p:spTree>
    <p:extLst>
      <p:ext uri="{BB962C8B-B14F-4D97-AF65-F5344CB8AC3E}">
        <p14:creationId xmlns:p14="http://schemas.microsoft.com/office/powerpoint/2010/main" val="35078777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685800"/>
            <a:ext cx="5486400" cy="3429000"/>
          </a:xfrm>
        </p:spPr>
      </p:sp>
      <p:sp>
        <p:nvSpPr>
          <p:cNvPr id="3" name="Notizenplatzhalter 2"/>
          <p:cNvSpPr>
            <a:spLocks noGrp="1"/>
          </p:cNvSpPr>
          <p:nvPr>
            <p:ph type="body" idx="1"/>
          </p:nvPr>
        </p:nvSpPr>
        <p:spPr/>
        <p:txBody>
          <a:bodyPr>
            <a:normAutofit/>
          </a:bodyPr>
          <a:lstStyle/>
          <a:p>
            <a:endParaRPr lang="en-GB" dirty="0"/>
          </a:p>
        </p:txBody>
      </p:sp>
      <p:sp>
        <p:nvSpPr>
          <p:cNvPr id="4" name="Foliennummernplatzhalter 3"/>
          <p:cNvSpPr>
            <a:spLocks noGrp="1"/>
          </p:cNvSpPr>
          <p:nvPr>
            <p:ph type="sldNum" sz="quarter" idx="10"/>
          </p:nvPr>
        </p:nvSpPr>
        <p:spPr/>
        <p:txBody>
          <a:bodyPr/>
          <a:lstStyle/>
          <a:p>
            <a:fld id="{0DBFB593-90D8-42EF-B042-3F5628C06FFC}" type="slidenum">
              <a:rPr lang="en-GB" smtClean="0"/>
              <a:pPr/>
              <a:t>15</a:t>
            </a:fld>
            <a:endParaRPr lang="en-GB" dirty="0"/>
          </a:p>
        </p:txBody>
      </p:sp>
    </p:spTree>
    <p:extLst>
      <p:ext uri="{BB962C8B-B14F-4D97-AF65-F5344CB8AC3E}">
        <p14:creationId xmlns:p14="http://schemas.microsoft.com/office/powerpoint/2010/main" val="16570326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16</a:t>
            </a:fld>
            <a:endParaRPr lang="en-GB" dirty="0"/>
          </a:p>
        </p:txBody>
      </p:sp>
    </p:spTree>
    <p:extLst>
      <p:ext uri="{BB962C8B-B14F-4D97-AF65-F5344CB8AC3E}">
        <p14:creationId xmlns:p14="http://schemas.microsoft.com/office/powerpoint/2010/main" val="41813598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GB" dirty="0"/>
          </a:p>
        </p:txBody>
      </p:sp>
      <p:sp>
        <p:nvSpPr>
          <p:cNvPr id="4" name="Foliennummernplatzhalter 3"/>
          <p:cNvSpPr>
            <a:spLocks noGrp="1"/>
          </p:cNvSpPr>
          <p:nvPr>
            <p:ph type="sldNum" sz="quarter" idx="10"/>
          </p:nvPr>
        </p:nvSpPr>
        <p:spPr/>
        <p:txBody>
          <a:bodyPr/>
          <a:lstStyle/>
          <a:p>
            <a:fld id="{0DBFB593-90D8-42EF-B042-3F5628C06FFC}" type="slidenum">
              <a:rPr lang="en-GB" smtClean="0"/>
              <a:pPr/>
              <a:t>17</a:t>
            </a:fld>
            <a:endParaRPr lang="en-GB" dirty="0"/>
          </a:p>
        </p:txBody>
      </p:sp>
    </p:spTree>
    <p:extLst>
      <p:ext uri="{BB962C8B-B14F-4D97-AF65-F5344CB8AC3E}">
        <p14:creationId xmlns:p14="http://schemas.microsoft.com/office/powerpoint/2010/main" val="4071484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GB" dirty="0"/>
          </a:p>
        </p:txBody>
      </p:sp>
      <p:sp>
        <p:nvSpPr>
          <p:cNvPr id="4" name="Foliennummernplatzhalter 3"/>
          <p:cNvSpPr>
            <a:spLocks noGrp="1"/>
          </p:cNvSpPr>
          <p:nvPr>
            <p:ph type="sldNum" sz="quarter" idx="10"/>
          </p:nvPr>
        </p:nvSpPr>
        <p:spPr/>
        <p:txBody>
          <a:bodyPr/>
          <a:lstStyle/>
          <a:p>
            <a:fld id="{0DBFB593-90D8-42EF-B042-3F5628C06FFC}" type="slidenum">
              <a:rPr lang="en-GB" smtClean="0"/>
              <a:pPr/>
              <a:t>18</a:t>
            </a:fld>
            <a:endParaRPr lang="en-GB" dirty="0"/>
          </a:p>
        </p:txBody>
      </p:sp>
    </p:spTree>
    <p:extLst>
      <p:ext uri="{BB962C8B-B14F-4D97-AF65-F5344CB8AC3E}">
        <p14:creationId xmlns:p14="http://schemas.microsoft.com/office/powerpoint/2010/main" val="14097901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GB" b="0" dirty="0"/>
          </a:p>
        </p:txBody>
      </p:sp>
      <p:sp>
        <p:nvSpPr>
          <p:cNvPr id="4" name="Foliennummernplatzhalter 3"/>
          <p:cNvSpPr>
            <a:spLocks noGrp="1"/>
          </p:cNvSpPr>
          <p:nvPr>
            <p:ph type="sldNum" sz="quarter" idx="10"/>
          </p:nvPr>
        </p:nvSpPr>
        <p:spPr/>
        <p:txBody>
          <a:bodyPr/>
          <a:lstStyle/>
          <a:p>
            <a:fld id="{A1224C62-D5D0-44C0-A385-089B8C58120F}" type="slidenum">
              <a:rPr lang="en-GB" smtClean="0"/>
              <a:pPr/>
              <a:t>19</a:t>
            </a:fld>
            <a:endParaRPr lang="en-GB" dirty="0"/>
          </a:p>
        </p:txBody>
      </p:sp>
    </p:spTree>
    <p:extLst>
      <p:ext uri="{BB962C8B-B14F-4D97-AF65-F5344CB8AC3E}">
        <p14:creationId xmlns:p14="http://schemas.microsoft.com/office/powerpoint/2010/main" val="29189854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GB" dirty="0"/>
          </a:p>
        </p:txBody>
      </p:sp>
      <p:sp>
        <p:nvSpPr>
          <p:cNvPr id="4" name="Foliennummernplatzhalter 3"/>
          <p:cNvSpPr>
            <a:spLocks noGrp="1"/>
          </p:cNvSpPr>
          <p:nvPr>
            <p:ph type="sldNum" sz="quarter" idx="10"/>
          </p:nvPr>
        </p:nvSpPr>
        <p:spPr/>
        <p:txBody>
          <a:bodyPr/>
          <a:lstStyle/>
          <a:p>
            <a:fld id="{A1224C62-D5D0-44C0-A385-089B8C58120F}" type="slidenum">
              <a:rPr lang="en-GB" smtClean="0"/>
              <a:pPr/>
              <a:t>20</a:t>
            </a:fld>
            <a:endParaRPr lang="en-GB" dirty="0"/>
          </a:p>
        </p:txBody>
      </p:sp>
    </p:spTree>
    <p:extLst>
      <p:ext uri="{BB962C8B-B14F-4D97-AF65-F5344CB8AC3E}">
        <p14:creationId xmlns:p14="http://schemas.microsoft.com/office/powerpoint/2010/main" val="16184842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GB" baseline="0" dirty="0"/>
          </a:p>
        </p:txBody>
      </p:sp>
      <p:sp>
        <p:nvSpPr>
          <p:cNvPr id="4" name="Foliennummernplatzhalter 3"/>
          <p:cNvSpPr>
            <a:spLocks noGrp="1"/>
          </p:cNvSpPr>
          <p:nvPr>
            <p:ph type="sldNum" sz="quarter" idx="10"/>
          </p:nvPr>
        </p:nvSpPr>
        <p:spPr/>
        <p:txBody>
          <a:bodyPr/>
          <a:lstStyle/>
          <a:p>
            <a:fld id="{A1224C62-D5D0-44C0-A385-089B8C58120F}" type="slidenum">
              <a:rPr lang="en-GB" smtClean="0"/>
              <a:pPr/>
              <a:t>21</a:t>
            </a:fld>
            <a:endParaRPr lang="en-GB" dirty="0"/>
          </a:p>
        </p:txBody>
      </p:sp>
    </p:spTree>
    <p:extLst>
      <p:ext uri="{BB962C8B-B14F-4D97-AF65-F5344CB8AC3E}">
        <p14:creationId xmlns:p14="http://schemas.microsoft.com/office/powerpoint/2010/main" val="19692585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GB" dirty="0"/>
          </a:p>
        </p:txBody>
      </p:sp>
      <p:sp>
        <p:nvSpPr>
          <p:cNvPr id="4" name="Foliennummernplatzhalter 3"/>
          <p:cNvSpPr>
            <a:spLocks noGrp="1"/>
          </p:cNvSpPr>
          <p:nvPr>
            <p:ph type="sldNum" sz="quarter" idx="10"/>
          </p:nvPr>
        </p:nvSpPr>
        <p:spPr/>
        <p:txBody>
          <a:bodyPr/>
          <a:lstStyle/>
          <a:p>
            <a:fld id="{A1224C62-D5D0-44C0-A385-089B8C58120F}" type="slidenum">
              <a:rPr lang="en-GB" smtClean="0"/>
              <a:pPr/>
              <a:t>22</a:t>
            </a:fld>
            <a:endParaRPr lang="en-GB" dirty="0"/>
          </a:p>
        </p:txBody>
      </p:sp>
    </p:spTree>
    <p:extLst>
      <p:ext uri="{BB962C8B-B14F-4D97-AF65-F5344CB8AC3E}">
        <p14:creationId xmlns:p14="http://schemas.microsoft.com/office/powerpoint/2010/main" val="29500627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23</a:t>
            </a:fld>
            <a:endParaRPr lang="en-GB" dirty="0"/>
          </a:p>
        </p:txBody>
      </p:sp>
    </p:spTree>
    <p:extLst>
      <p:ext uri="{BB962C8B-B14F-4D97-AF65-F5344CB8AC3E}">
        <p14:creationId xmlns:p14="http://schemas.microsoft.com/office/powerpoint/2010/main" val="17981932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24</a:t>
            </a:fld>
            <a:endParaRPr lang="en-GB" dirty="0"/>
          </a:p>
        </p:txBody>
      </p:sp>
    </p:spTree>
    <p:extLst>
      <p:ext uri="{BB962C8B-B14F-4D97-AF65-F5344CB8AC3E}">
        <p14:creationId xmlns:p14="http://schemas.microsoft.com/office/powerpoint/2010/main" val="6108200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GB" dirty="0"/>
          </a:p>
        </p:txBody>
      </p:sp>
      <p:sp>
        <p:nvSpPr>
          <p:cNvPr id="4" name="Foliennummernplatzhalter 3"/>
          <p:cNvSpPr>
            <a:spLocks noGrp="1"/>
          </p:cNvSpPr>
          <p:nvPr>
            <p:ph type="sldNum" sz="quarter" idx="10"/>
          </p:nvPr>
        </p:nvSpPr>
        <p:spPr/>
        <p:txBody>
          <a:bodyPr/>
          <a:lstStyle/>
          <a:p>
            <a:fld id="{A1224C62-D5D0-44C0-A385-089B8C58120F}" type="slidenum">
              <a:rPr lang="en-GB" smtClean="0"/>
              <a:pPr/>
              <a:t>25</a:t>
            </a:fld>
            <a:endParaRPr lang="en-GB" dirty="0"/>
          </a:p>
        </p:txBody>
      </p:sp>
    </p:spTree>
    <p:extLst>
      <p:ext uri="{BB962C8B-B14F-4D97-AF65-F5344CB8AC3E}">
        <p14:creationId xmlns:p14="http://schemas.microsoft.com/office/powerpoint/2010/main" val="32586495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26</a:t>
            </a:fld>
            <a:endParaRPr lang="en-GB" dirty="0"/>
          </a:p>
        </p:txBody>
      </p:sp>
    </p:spTree>
    <p:extLst>
      <p:ext uri="{BB962C8B-B14F-4D97-AF65-F5344CB8AC3E}">
        <p14:creationId xmlns:p14="http://schemas.microsoft.com/office/powerpoint/2010/main" val="33519644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1400000"/>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Name and position</a:t>
            </a:r>
          </a:p>
          <a:p>
            <a:r>
              <a:rPr lang="en-GB" dirty="0"/>
              <a:t>Institute</a:t>
            </a:r>
          </a:p>
          <a:p>
            <a:r>
              <a:rPr lang="en-GB" dirty="0"/>
              <a:t>E-mail address</a:t>
            </a:r>
          </a:p>
          <a:p>
            <a:r>
              <a:rPr lang="en-GB" dirty="0"/>
              <a:t>Link, e.g. to office hours</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ctrTitle"/>
          </p:nvPr>
        </p:nvSpPr>
        <p:spPr/>
        <p:txBody>
          <a:bodyPr/>
          <a:lstStyle/>
          <a:p>
            <a:r>
              <a:rPr lang="en-GB"/>
              <a:t>WU Presentation Template incl. Samples</a:t>
            </a:r>
            <a:endParaRPr lang="en-GB" dirty="0"/>
          </a:p>
        </p:txBody>
      </p:sp>
      <p:sp>
        <p:nvSpPr>
          <p:cNvPr id="3" name="Untertitel 2"/>
          <p:cNvSpPr>
            <a:spLocks noGrp="1"/>
          </p:cNvSpPr>
          <p:nvPr>
            <p:ph type="subTitle" idx="1"/>
          </p:nvPr>
        </p:nvSpPr>
        <p:spPr/>
        <p:txBody>
          <a:bodyPr/>
          <a:lstStyle/>
          <a:p>
            <a:r>
              <a:rPr lang="en-GB"/>
              <a:t>Format 16:10</a:t>
            </a:r>
            <a:endParaRPr lang="en-GB" dirty="0"/>
          </a:p>
        </p:txBody>
      </p:sp>
      <p:sp>
        <p:nvSpPr>
          <p:cNvPr id="7" name="Textplatzhalter 6"/>
          <p:cNvSpPr>
            <a:spLocks noGrp="1"/>
          </p:cNvSpPr>
          <p:nvPr>
            <p:ph type="body" sz="quarter" idx="11"/>
          </p:nvPr>
        </p:nvSpPr>
        <p:spPr/>
        <p:txBody>
          <a:bodyPr/>
          <a:lstStyle/>
          <a:p>
            <a:r>
              <a:rPr lang="en-GB"/>
              <a:t>Information about presentation (author, version no. etc.)</a:t>
            </a:r>
            <a:endParaRPr lang="en-GB" dirty="0"/>
          </a:p>
        </p:txBody>
      </p:sp>
      <p:sp>
        <p:nvSpPr>
          <p:cNvPr id="8" name="Textplatzhalter 7"/>
          <p:cNvSpPr>
            <a:spLocks noGrp="1"/>
          </p:cNvSpPr>
          <p:nvPr>
            <p:ph type="body" sz="quarter" idx="12"/>
          </p:nvPr>
        </p:nvSpPr>
        <p:spPr/>
        <p:txBody>
          <a:bodyPr/>
          <a:lstStyle/>
          <a:p>
            <a:r>
              <a:rPr lang="en-GB" dirty="0"/>
              <a:t>State</a:t>
            </a:r>
            <a:r>
              <a:rPr lang="en-GB"/>
              <a:t>: July </a:t>
            </a:r>
            <a:r>
              <a:rPr lang="en-GB" dirty="0"/>
              <a:t>2017</a:t>
            </a:r>
          </a:p>
        </p:txBody>
      </p:sp>
    </p:spTree>
    <p:extLst>
      <p:ext uri="{BB962C8B-B14F-4D97-AF65-F5344CB8AC3E}">
        <p14:creationId xmlns:p14="http://schemas.microsoft.com/office/powerpoint/2010/main" val="300213539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3"/>
          <p:cNvSpPr>
            <a:spLocks noGrp="1"/>
          </p:cNvSpPr>
          <p:nvPr>
            <p:ph idx="1"/>
          </p:nvPr>
        </p:nvSpPr>
        <p:spPr/>
        <p:txBody>
          <a:bodyPr/>
          <a:lstStyle/>
          <a:p>
            <a:r>
              <a:rPr lang="en-GB" dirty="0"/>
              <a:t>This sample presentation contains information about possible applications of the corporate design in presentations. It also offers some tips for using this template.</a:t>
            </a:r>
          </a:p>
          <a:p>
            <a:r>
              <a:rPr lang="en-GB" dirty="0"/>
              <a:t>Please note that for technical reasons, the slide names are in German.</a:t>
            </a:r>
          </a:p>
          <a:p>
            <a:r>
              <a:rPr lang="en-GB" dirty="0"/>
              <a:t>You can use these slides as a basis for your presentation or as a guide.</a:t>
            </a:r>
          </a:p>
          <a:p>
            <a:r>
              <a:rPr lang="en-GB" dirty="0"/>
              <a:t>Please delete any unneeded slides.</a:t>
            </a:r>
          </a:p>
        </p:txBody>
      </p:sp>
      <p:sp>
        <p:nvSpPr>
          <p:cNvPr id="7" name="Fußzeilenplatzhalter 6"/>
          <p:cNvSpPr>
            <a:spLocks noGrp="1"/>
          </p:cNvSpPr>
          <p:nvPr>
            <p:ph type="ftr" sz="quarter" idx="11"/>
          </p:nvPr>
        </p:nvSpPr>
        <p:spPr/>
        <p:txBody>
          <a:bodyPr/>
          <a:lstStyle/>
          <a:p>
            <a:r>
              <a:rPr lang="en-GB" dirty="0"/>
              <a:t>Sample Footer</a:t>
            </a:r>
          </a:p>
        </p:txBody>
      </p:sp>
      <p:sp>
        <p:nvSpPr>
          <p:cNvPr id="5" name="Foliennummernplatzhalter 4"/>
          <p:cNvSpPr>
            <a:spLocks noGrp="1"/>
          </p:cNvSpPr>
          <p:nvPr>
            <p:ph type="sldNum" sz="quarter" idx="12"/>
          </p:nvPr>
        </p:nvSpPr>
        <p:spPr/>
        <p:txBody>
          <a:bodyPr/>
          <a:lstStyle/>
          <a:p>
            <a:r>
              <a:rPr lang="en-GB" dirty="0"/>
              <a:t>Page </a:t>
            </a:r>
            <a:fld id="{11EC652C-7F14-412D-A017-7E21E076D6A5}" type="slidenum">
              <a:rPr lang="en-GB" smtClean="0"/>
              <a:pPr/>
              <a:t>2</a:t>
            </a:fld>
            <a:endParaRPr lang="en-GB" dirty="0"/>
          </a:p>
        </p:txBody>
      </p:sp>
      <p:sp>
        <p:nvSpPr>
          <p:cNvPr id="3" name="Titel 2"/>
          <p:cNvSpPr>
            <a:spLocks noGrp="1"/>
          </p:cNvSpPr>
          <p:nvPr>
            <p:ph type="title"/>
          </p:nvPr>
        </p:nvSpPr>
        <p:spPr/>
        <p:txBody>
          <a:bodyPr/>
          <a:lstStyle/>
          <a:p>
            <a:r>
              <a:rPr lang="en-GB" dirty="0"/>
              <a:t>Basics</a:t>
            </a:r>
          </a:p>
        </p:txBody>
      </p:sp>
    </p:spTree>
    <p:extLst>
      <p:ext uri="{BB962C8B-B14F-4D97-AF65-F5344CB8AC3E}">
        <p14:creationId xmlns:p14="http://schemas.microsoft.com/office/powerpoint/2010/main" val="250826832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ußzeilenplatzhalter 2"/>
          <p:cNvSpPr>
            <a:spLocks noGrp="1"/>
          </p:cNvSpPr>
          <p:nvPr>
            <p:ph type="ftr" sz="quarter" idx="11"/>
          </p:nvPr>
        </p:nvSpPr>
        <p:spPr/>
        <p:txBody>
          <a:bodyPr/>
          <a:lstStyle/>
          <a:p>
            <a:r>
              <a:rPr lang="en-GB" dirty="0"/>
              <a:t>Sample Footer</a:t>
            </a:r>
          </a:p>
        </p:txBody>
      </p:sp>
      <p:sp>
        <p:nvSpPr>
          <p:cNvPr id="4" name="Foliennummernplatzhalter 3"/>
          <p:cNvSpPr>
            <a:spLocks noGrp="1"/>
          </p:cNvSpPr>
          <p:nvPr>
            <p:ph type="sldNum" sz="quarter" idx="12"/>
          </p:nvPr>
        </p:nvSpPr>
        <p:spPr/>
        <p:txBody>
          <a:bodyPr/>
          <a:lstStyle/>
          <a:p>
            <a:r>
              <a:rPr lang="en-GB" dirty="0"/>
              <a:t>Page </a:t>
            </a:r>
            <a:fld id="{BE3DC40E-DBBE-4E2D-9EEC-FBF0DA0E9179}" type="slidenum">
              <a:rPr lang="en-GB" smtClean="0"/>
              <a:t>3</a:t>
            </a:fld>
            <a:endParaRPr lang="en-GB" dirty="0"/>
          </a:p>
        </p:txBody>
      </p:sp>
      <p:sp>
        <p:nvSpPr>
          <p:cNvPr id="5" name="Titel 4"/>
          <p:cNvSpPr>
            <a:spLocks noGrp="1"/>
          </p:cNvSpPr>
          <p:nvPr>
            <p:ph type="title"/>
          </p:nvPr>
        </p:nvSpPr>
        <p:spPr/>
        <p:txBody>
          <a:bodyPr/>
          <a:lstStyle/>
          <a:p>
            <a:r>
              <a:rPr lang="en-GB" dirty="0"/>
              <a:t>Available slide layouts – overview</a:t>
            </a:r>
          </a:p>
        </p:txBody>
      </p:sp>
      <p:pic>
        <p:nvPicPr>
          <p:cNvPr id="7" name="Inhaltsplatzhalter 6"/>
          <p:cNvPicPr>
            <a:picLocks noGrp="1" noChangeAspect="1"/>
          </p:cNvPicPr>
          <p:nvPr>
            <p:ph idx="1"/>
          </p:nvPr>
        </p:nvPicPr>
        <p:blipFill>
          <a:blip r:embed="rId3"/>
          <a:stretch>
            <a:fillRect/>
          </a:stretch>
        </p:blipFill>
        <p:spPr>
          <a:xfrm>
            <a:off x="1205345" y="1352342"/>
            <a:ext cx="6272936" cy="3838992"/>
          </a:xfrm>
          <a:prstGeom prst="rect">
            <a:avLst/>
          </a:prstGeom>
        </p:spPr>
      </p:pic>
    </p:spTree>
    <p:extLst>
      <p:ext uri="{BB962C8B-B14F-4D97-AF65-F5344CB8AC3E}">
        <p14:creationId xmlns:p14="http://schemas.microsoft.com/office/powerpoint/2010/main" val="294463816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nhaltsplatzhalter 7"/>
          <p:cNvSpPr>
            <a:spLocks noGrp="1"/>
          </p:cNvSpPr>
          <p:nvPr>
            <p:ph sz="half" idx="1"/>
          </p:nvPr>
        </p:nvSpPr>
        <p:spPr>
          <a:xfrm>
            <a:off x="462405" y="1344613"/>
            <a:ext cx="5523088" cy="3859212"/>
          </a:xfrm>
        </p:spPr>
        <p:txBody>
          <a:bodyPr>
            <a:normAutofit/>
          </a:bodyPr>
          <a:lstStyle/>
          <a:p>
            <a:r>
              <a:rPr lang="en-GB" dirty="0"/>
              <a:t>The WU PowerPoint templates offer several slide layouts to choose from when creating a new slide. Please click on the lower part of the button </a:t>
            </a:r>
            <a:r>
              <a:rPr lang="en-GB" i="1" dirty="0"/>
              <a:t>New Slide </a:t>
            </a:r>
            <a:r>
              <a:rPr lang="en-GB" dirty="0"/>
              <a:t>(ribbon </a:t>
            </a:r>
            <a:r>
              <a:rPr lang="en-GB" i="1" dirty="0"/>
              <a:t>Home &gt; Slides</a:t>
            </a:r>
            <a:r>
              <a:rPr lang="en-GB" dirty="0"/>
              <a:t>). Select the appropriate layout.</a:t>
            </a:r>
          </a:p>
          <a:p>
            <a:r>
              <a:rPr lang="en-GB" dirty="0"/>
              <a:t>You can also change a slide layout later: </a:t>
            </a:r>
            <a:br>
              <a:rPr lang="en-GB" dirty="0"/>
            </a:br>
            <a:r>
              <a:rPr lang="en-GB" dirty="0"/>
              <a:t>click on </a:t>
            </a:r>
            <a:r>
              <a:rPr lang="en-GB" i="1" dirty="0"/>
              <a:t>Layout </a:t>
            </a:r>
            <a:r>
              <a:rPr lang="en-GB" dirty="0"/>
              <a:t>(ribbon </a:t>
            </a:r>
            <a:r>
              <a:rPr lang="en-GB" i="1" dirty="0"/>
              <a:t>Home &gt; Slides</a:t>
            </a:r>
            <a:r>
              <a:rPr lang="en-GB" dirty="0"/>
              <a:t>) and select the desired layout from the dropdown menu. In some cases it might be necessary to reset the layout of your slide  by selecting </a:t>
            </a:r>
            <a:r>
              <a:rPr lang="en-GB" i="1" dirty="0"/>
              <a:t>Reset</a:t>
            </a:r>
            <a:r>
              <a:rPr lang="en-GB" dirty="0"/>
              <a:t> (ribbon </a:t>
            </a:r>
            <a:r>
              <a:rPr lang="en-GB" i="1" dirty="0"/>
              <a:t>Home &gt; Slides</a:t>
            </a:r>
            <a:r>
              <a:rPr lang="en-GB" dirty="0"/>
              <a:t>).</a:t>
            </a:r>
          </a:p>
        </p:txBody>
      </p:sp>
      <p:sp>
        <p:nvSpPr>
          <p:cNvPr id="5" name="Fußzeilenplatzhalter 4"/>
          <p:cNvSpPr>
            <a:spLocks noGrp="1"/>
          </p:cNvSpPr>
          <p:nvPr>
            <p:ph type="ftr" sz="quarter" idx="11"/>
          </p:nvPr>
        </p:nvSpPr>
        <p:spPr/>
        <p:txBody>
          <a:bodyPr/>
          <a:lstStyle/>
          <a:p>
            <a:r>
              <a:rPr lang="en-GB" dirty="0"/>
              <a:t>Sample Footer</a:t>
            </a:r>
          </a:p>
        </p:txBody>
      </p:sp>
      <p:sp>
        <p:nvSpPr>
          <p:cNvPr id="6" name="Foliennummernplatzhalter 5"/>
          <p:cNvSpPr>
            <a:spLocks noGrp="1"/>
          </p:cNvSpPr>
          <p:nvPr>
            <p:ph type="sldNum" sz="quarter" idx="12"/>
          </p:nvPr>
        </p:nvSpPr>
        <p:spPr/>
        <p:txBody>
          <a:bodyPr/>
          <a:lstStyle/>
          <a:p>
            <a:r>
              <a:rPr lang="en-GB" dirty="0"/>
              <a:t>Page </a:t>
            </a:r>
            <a:fld id="{11EC652C-7F14-412D-A017-7E21E076D6A5}" type="slidenum">
              <a:rPr lang="en-GB" smtClean="0"/>
              <a:pPr/>
              <a:t>4</a:t>
            </a:fld>
            <a:endParaRPr lang="en-GB" dirty="0"/>
          </a:p>
        </p:txBody>
      </p:sp>
      <p:sp>
        <p:nvSpPr>
          <p:cNvPr id="7" name="Titel 6"/>
          <p:cNvSpPr>
            <a:spLocks noGrp="1"/>
          </p:cNvSpPr>
          <p:nvPr>
            <p:ph type="title"/>
          </p:nvPr>
        </p:nvSpPr>
        <p:spPr/>
        <p:txBody>
          <a:bodyPr/>
          <a:lstStyle/>
          <a:p>
            <a:r>
              <a:rPr lang="en-GB" dirty="0"/>
              <a:t>Make use of the slide layouts</a:t>
            </a:r>
          </a:p>
        </p:txBody>
      </p:sp>
      <p:grpSp>
        <p:nvGrpSpPr>
          <p:cNvPr id="13" name="Group 14"/>
          <p:cNvGrpSpPr/>
          <p:nvPr/>
        </p:nvGrpSpPr>
        <p:grpSpPr>
          <a:xfrm>
            <a:off x="6530503" y="1562919"/>
            <a:ext cx="1689208" cy="2127108"/>
            <a:chOff x="6687345" y="1260526"/>
            <a:chExt cx="1532795" cy="1930147"/>
          </a:xfrm>
        </p:grpSpPr>
        <p:pic>
          <p:nvPicPr>
            <p:cNvPr id="14" name="Picture 1"/>
            <p:cNvPicPr>
              <a:picLocks noChangeAspect="1"/>
            </p:cNvPicPr>
            <p:nvPr/>
          </p:nvPicPr>
          <p:blipFill>
            <a:blip r:embed="rId3"/>
            <a:stretch>
              <a:fillRect/>
            </a:stretch>
          </p:blipFill>
          <p:spPr>
            <a:xfrm>
              <a:off x="6751462" y="1312513"/>
              <a:ext cx="1468678" cy="1878160"/>
            </a:xfrm>
            <a:prstGeom prst="rect">
              <a:avLst/>
            </a:prstGeom>
            <a:ln>
              <a:solidFill>
                <a:schemeClr val="bg1">
                  <a:lumMod val="75000"/>
                </a:schemeClr>
              </a:solidFill>
            </a:ln>
          </p:spPr>
        </p:pic>
        <p:sp>
          <p:nvSpPr>
            <p:cNvPr id="15" name="Abgerundetes Rechteck 7"/>
            <p:cNvSpPr/>
            <p:nvPr/>
          </p:nvSpPr>
          <p:spPr>
            <a:xfrm>
              <a:off x="6687345" y="1260526"/>
              <a:ext cx="375069" cy="512695"/>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p>
          </p:txBody>
        </p:sp>
      </p:grpSp>
      <p:grpSp>
        <p:nvGrpSpPr>
          <p:cNvPr id="16" name="Group 13"/>
          <p:cNvGrpSpPr/>
          <p:nvPr/>
        </p:nvGrpSpPr>
        <p:grpSpPr>
          <a:xfrm>
            <a:off x="6138315" y="3356851"/>
            <a:ext cx="1847337" cy="1749289"/>
            <a:chOff x="6138745" y="2857498"/>
            <a:chExt cx="1847337" cy="1749289"/>
          </a:xfrm>
        </p:grpSpPr>
        <p:pic>
          <p:nvPicPr>
            <p:cNvPr id="17" name="Picture 12"/>
            <p:cNvPicPr>
              <a:picLocks noChangeAspect="1"/>
            </p:cNvPicPr>
            <p:nvPr/>
          </p:nvPicPr>
          <p:blipFill>
            <a:blip r:embed="rId4"/>
            <a:stretch>
              <a:fillRect/>
            </a:stretch>
          </p:blipFill>
          <p:spPr>
            <a:xfrm>
              <a:off x="6138745" y="2918298"/>
              <a:ext cx="1847337" cy="1688489"/>
            </a:xfrm>
            <a:prstGeom prst="rect">
              <a:avLst/>
            </a:prstGeom>
            <a:ln>
              <a:solidFill>
                <a:schemeClr val="bg1">
                  <a:lumMod val="75000"/>
                </a:schemeClr>
              </a:solidFill>
            </a:ln>
          </p:spPr>
        </p:pic>
        <p:sp>
          <p:nvSpPr>
            <p:cNvPr id="18" name="Abgerundetes Rechteck 7"/>
            <p:cNvSpPr/>
            <p:nvPr/>
          </p:nvSpPr>
          <p:spPr>
            <a:xfrm>
              <a:off x="6301779" y="2857498"/>
              <a:ext cx="616092" cy="225126"/>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p>
          </p:txBody>
        </p:sp>
      </p:grpSp>
    </p:spTree>
    <p:extLst>
      <p:ext uri="{BB962C8B-B14F-4D97-AF65-F5344CB8AC3E}">
        <p14:creationId xmlns:p14="http://schemas.microsoft.com/office/powerpoint/2010/main" val="41360177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3"/>
          <a:srcRect l="-1" r="275"/>
          <a:stretch/>
        </p:blipFill>
        <p:spPr>
          <a:xfrm>
            <a:off x="6306810" y="3109359"/>
            <a:ext cx="1719667" cy="496583"/>
          </a:xfrm>
          <a:prstGeom prst="rect">
            <a:avLst/>
          </a:prstGeom>
          <a:ln>
            <a:solidFill>
              <a:schemeClr val="bg1">
                <a:lumMod val="75000"/>
              </a:schemeClr>
            </a:solidFill>
          </a:ln>
        </p:spPr>
      </p:pic>
      <p:sp>
        <p:nvSpPr>
          <p:cNvPr id="2" name="Content Placeholder 1"/>
          <p:cNvSpPr>
            <a:spLocks noGrp="1"/>
          </p:cNvSpPr>
          <p:nvPr>
            <p:ph idx="1"/>
          </p:nvPr>
        </p:nvSpPr>
        <p:spPr/>
        <p:txBody>
          <a:bodyPr>
            <a:normAutofit/>
          </a:bodyPr>
          <a:lstStyle/>
          <a:p>
            <a:pPr lvl="0"/>
            <a:r>
              <a:rPr lang="en-GB" dirty="0"/>
              <a:t>Please use the </a:t>
            </a:r>
            <a:r>
              <a:rPr lang="en-GB" b="1" dirty="0"/>
              <a:t>placeholders</a:t>
            </a:r>
            <a:r>
              <a:rPr lang="en-GB" dirty="0"/>
              <a:t> located on the layouts to enter your text or other elements. Avoid using manually placed text boxes.</a:t>
            </a:r>
          </a:p>
          <a:p>
            <a:pPr lvl="0"/>
            <a:r>
              <a:rPr lang="en-GB" dirty="0"/>
              <a:t>The sample slides show information about font sizes, which are </a:t>
            </a:r>
            <a:br>
              <a:rPr lang="en-GB" dirty="0"/>
            </a:br>
            <a:r>
              <a:rPr lang="en-GB" dirty="0"/>
              <a:t>pre-set in the placeholders. As the font Verdana (used for running text) is very easy to read even in smaller sizes, the font size of 16 pt is recommended for running text. </a:t>
            </a:r>
          </a:p>
          <a:p>
            <a:pPr lvl="0"/>
            <a:r>
              <a:rPr lang="en-GB" dirty="0"/>
              <a:t>By using  </a:t>
            </a:r>
            <a:r>
              <a:rPr lang="en-GB" b="1" i="1" dirty="0"/>
              <a:t>Bullets </a:t>
            </a:r>
            <a:r>
              <a:rPr lang="en-GB" dirty="0"/>
              <a:t>(1) or </a:t>
            </a:r>
            <a:r>
              <a:rPr lang="en-GB" b="1" i="1" dirty="0"/>
              <a:t>List Levels</a:t>
            </a:r>
            <a:r>
              <a:rPr lang="en-GB" dirty="0"/>
              <a:t> (2) in the </a:t>
            </a:r>
            <a:br>
              <a:rPr lang="en-GB" dirty="0"/>
            </a:br>
            <a:r>
              <a:rPr lang="en-GB" dirty="0"/>
              <a:t>ribbon </a:t>
            </a:r>
            <a:r>
              <a:rPr lang="en-GB" i="1" dirty="0"/>
              <a:t>Home &gt; Paragraph </a:t>
            </a:r>
            <a:r>
              <a:rPr lang="en-GB" dirty="0"/>
              <a:t>you can easily structure </a:t>
            </a:r>
            <a:br>
              <a:rPr lang="en-GB" dirty="0"/>
            </a:br>
            <a:r>
              <a:rPr lang="en-GB" dirty="0"/>
              <a:t>your text and modify its appearance.</a:t>
            </a:r>
          </a:p>
        </p:txBody>
      </p:sp>
      <p:sp>
        <p:nvSpPr>
          <p:cNvPr id="3" name="Footer Placeholder 2"/>
          <p:cNvSpPr>
            <a:spLocks noGrp="1"/>
          </p:cNvSpPr>
          <p:nvPr>
            <p:ph type="ftr" sz="quarter" idx="11"/>
          </p:nvPr>
        </p:nvSpPr>
        <p:spPr/>
        <p:txBody>
          <a:bodyPr/>
          <a:lstStyle/>
          <a:p>
            <a:r>
              <a:rPr lang="en-GB" dirty="0"/>
              <a:t>Sample Footer</a:t>
            </a:r>
          </a:p>
        </p:txBody>
      </p:sp>
      <p:sp>
        <p:nvSpPr>
          <p:cNvPr id="4" name="Slide Number Placeholder 3"/>
          <p:cNvSpPr>
            <a:spLocks noGrp="1"/>
          </p:cNvSpPr>
          <p:nvPr>
            <p:ph type="sldNum" sz="quarter" idx="12"/>
          </p:nvPr>
        </p:nvSpPr>
        <p:spPr/>
        <p:txBody>
          <a:bodyPr/>
          <a:lstStyle/>
          <a:p>
            <a:r>
              <a:rPr lang="en-GB" dirty="0"/>
              <a:t>Page </a:t>
            </a:r>
            <a:fld id="{BE3DC40E-DBBE-4E2D-9EEC-FBF0DA0E9179}" type="slidenum">
              <a:rPr lang="en-GB" smtClean="0"/>
              <a:t>5</a:t>
            </a:fld>
            <a:endParaRPr lang="en-GB" dirty="0"/>
          </a:p>
        </p:txBody>
      </p:sp>
      <p:sp>
        <p:nvSpPr>
          <p:cNvPr id="5" name="Title 4"/>
          <p:cNvSpPr>
            <a:spLocks noGrp="1"/>
          </p:cNvSpPr>
          <p:nvPr>
            <p:ph type="title"/>
          </p:nvPr>
        </p:nvSpPr>
        <p:spPr/>
        <p:txBody>
          <a:bodyPr/>
          <a:lstStyle/>
          <a:p>
            <a:r>
              <a:rPr lang="en-GB" dirty="0"/>
              <a:t>Designing text slides</a:t>
            </a:r>
          </a:p>
        </p:txBody>
      </p:sp>
      <p:grpSp>
        <p:nvGrpSpPr>
          <p:cNvPr id="6" name="Gruppieren 20"/>
          <p:cNvGrpSpPr/>
          <p:nvPr/>
        </p:nvGrpSpPr>
        <p:grpSpPr>
          <a:xfrm>
            <a:off x="6310921" y="3128895"/>
            <a:ext cx="785901" cy="305398"/>
            <a:chOff x="6360320" y="2121840"/>
            <a:chExt cx="1018928" cy="395952"/>
          </a:xfrm>
        </p:grpSpPr>
        <p:sp>
          <p:nvSpPr>
            <p:cNvPr id="8" name="Abgerundetes Rechteck 7"/>
            <p:cNvSpPr/>
            <p:nvPr/>
          </p:nvSpPr>
          <p:spPr>
            <a:xfrm>
              <a:off x="6360320" y="2134178"/>
              <a:ext cx="272955" cy="268751"/>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600" dirty="0"/>
            </a:p>
          </p:txBody>
        </p:sp>
        <p:sp>
          <p:nvSpPr>
            <p:cNvPr id="9" name="Abgerundetes Rechteck 8"/>
            <p:cNvSpPr/>
            <p:nvPr/>
          </p:nvSpPr>
          <p:spPr>
            <a:xfrm>
              <a:off x="6893089" y="2121840"/>
              <a:ext cx="391114" cy="241651"/>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600" dirty="0"/>
            </a:p>
          </p:txBody>
        </p:sp>
        <p:sp>
          <p:nvSpPr>
            <p:cNvPr id="10" name="Ellipse 11"/>
            <p:cNvSpPr/>
            <p:nvPr/>
          </p:nvSpPr>
          <p:spPr>
            <a:xfrm>
              <a:off x="6551951" y="2336885"/>
              <a:ext cx="180037" cy="180907"/>
            </a:xfrm>
            <a:prstGeom prst="ellipse">
              <a:avLst/>
            </a:prstGeom>
            <a:solidFill>
              <a:schemeClr val="accent1"/>
            </a:solidFill>
            <a:ln>
              <a:noFill/>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600" b="1" dirty="0"/>
                <a:t>1</a:t>
              </a:r>
            </a:p>
          </p:txBody>
        </p:sp>
        <p:sp>
          <p:nvSpPr>
            <p:cNvPr id="11" name="Ellipse 12"/>
            <p:cNvSpPr/>
            <p:nvPr/>
          </p:nvSpPr>
          <p:spPr>
            <a:xfrm>
              <a:off x="7225130" y="2329988"/>
              <a:ext cx="154118" cy="154863"/>
            </a:xfrm>
            <a:prstGeom prst="ellipse">
              <a:avLst/>
            </a:prstGeom>
            <a:solidFill>
              <a:schemeClr val="accent1"/>
            </a:solidFill>
            <a:ln>
              <a:noFill/>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600" b="1" dirty="0"/>
                <a:t>2</a:t>
              </a:r>
            </a:p>
          </p:txBody>
        </p:sp>
      </p:grpSp>
    </p:spTree>
    <p:extLst>
      <p:ext uri="{BB962C8B-B14F-4D97-AF65-F5344CB8AC3E}">
        <p14:creationId xmlns:p14="http://schemas.microsoft.com/office/powerpoint/2010/main" val="417559778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p:cNvSpPr>
            <a:spLocks noGrp="1"/>
          </p:cNvSpPr>
          <p:nvPr>
            <p:ph sz="half" idx="4294967295"/>
          </p:nvPr>
        </p:nvSpPr>
        <p:spPr>
          <a:xfrm>
            <a:off x="462405" y="1344613"/>
            <a:ext cx="3960000" cy="3859212"/>
          </a:xfrm>
        </p:spPr>
        <p:txBody>
          <a:bodyPr>
            <a:normAutofit/>
          </a:bodyPr>
          <a:lstStyle/>
          <a:p>
            <a:pPr marL="0" indent="0">
              <a:buNone/>
            </a:pPr>
            <a:r>
              <a:rPr lang="en-GB" dirty="0"/>
              <a:t>To insert information in the footer: </a:t>
            </a:r>
          </a:p>
          <a:p>
            <a:r>
              <a:rPr lang="en-GB" dirty="0"/>
              <a:t>Choose </a:t>
            </a:r>
            <a:r>
              <a:rPr lang="en-GB" i="1" dirty="0"/>
              <a:t>Header &amp; Footer </a:t>
            </a:r>
            <a:r>
              <a:rPr lang="en-GB" dirty="0"/>
              <a:t>(in ribbon </a:t>
            </a:r>
            <a:r>
              <a:rPr lang="en-GB" i="1" dirty="0"/>
              <a:t>Insert &gt; Text</a:t>
            </a:r>
            <a:r>
              <a:rPr lang="en-GB" dirty="0"/>
              <a:t>). </a:t>
            </a:r>
          </a:p>
          <a:p>
            <a:r>
              <a:rPr lang="en-GB" dirty="0"/>
              <a:t>Activate the desired checkboxes and enter a footer text when prompted.</a:t>
            </a:r>
          </a:p>
          <a:p>
            <a:r>
              <a:rPr lang="en-GB" dirty="0"/>
              <a:t>Please make sure the checkbox next to </a:t>
            </a:r>
            <a:r>
              <a:rPr lang="en-GB" i="1" dirty="0"/>
              <a:t>Don’t show on title slide </a:t>
            </a:r>
            <a:r>
              <a:rPr lang="en-GB" dirty="0"/>
              <a:t>is activated. </a:t>
            </a:r>
          </a:p>
          <a:p>
            <a:r>
              <a:rPr lang="en-GB" dirty="0"/>
              <a:t>Confirm by selecting </a:t>
            </a:r>
            <a:r>
              <a:rPr lang="en-GB" i="1" dirty="0"/>
              <a:t>Apply to all.</a:t>
            </a:r>
          </a:p>
          <a:p>
            <a:r>
              <a:rPr lang="en-GB" dirty="0"/>
              <a:t>Please do not change the footer/ slide number/date on the slide master – this can cause problems!</a:t>
            </a:r>
          </a:p>
        </p:txBody>
      </p:sp>
      <p:sp>
        <p:nvSpPr>
          <p:cNvPr id="2" name="Titel 1"/>
          <p:cNvSpPr>
            <a:spLocks noGrp="1"/>
          </p:cNvSpPr>
          <p:nvPr>
            <p:ph type="title"/>
          </p:nvPr>
        </p:nvSpPr>
        <p:spPr>
          <a:xfrm>
            <a:off x="462408" y="139700"/>
            <a:ext cx="6840000" cy="903822"/>
          </a:xfrm>
        </p:spPr>
        <p:txBody>
          <a:bodyPr/>
          <a:lstStyle/>
          <a:p>
            <a:r>
              <a:rPr lang="en-GB" dirty="0"/>
              <a:t>Insert footer information</a:t>
            </a:r>
          </a:p>
        </p:txBody>
      </p:sp>
      <p:pic>
        <p:nvPicPr>
          <p:cNvPr id="6" name="Content Placeholder 5"/>
          <p:cNvPicPr>
            <a:picLocks noGrp="1" noChangeAspect="1"/>
          </p:cNvPicPr>
          <p:nvPr>
            <p:ph sz="half" idx="4294967295"/>
          </p:nvPr>
        </p:nvPicPr>
        <p:blipFill>
          <a:blip r:embed="rId3"/>
          <a:stretch>
            <a:fillRect/>
          </a:stretch>
        </p:blipFill>
        <p:spPr>
          <a:xfrm>
            <a:off x="4716463" y="2003863"/>
            <a:ext cx="3959225" cy="2540712"/>
          </a:xfrm>
          <a:prstGeom prst="rect">
            <a:avLst/>
          </a:prstGeom>
        </p:spPr>
      </p:pic>
      <p:sp>
        <p:nvSpPr>
          <p:cNvPr id="8" name="Footer Placeholder 7"/>
          <p:cNvSpPr>
            <a:spLocks noGrp="1"/>
          </p:cNvSpPr>
          <p:nvPr>
            <p:ph type="ftr" sz="quarter" idx="11"/>
          </p:nvPr>
        </p:nvSpPr>
        <p:spPr/>
        <p:txBody>
          <a:bodyPr/>
          <a:lstStyle/>
          <a:p>
            <a:r>
              <a:rPr lang="en-GB" dirty="0"/>
              <a:t>Sample Footer</a:t>
            </a:r>
          </a:p>
        </p:txBody>
      </p:sp>
      <p:sp>
        <p:nvSpPr>
          <p:cNvPr id="9" name="Slide Number Placeholder 8"/>
          <p:cNvSpPr>
            <a:spLocks noGrp="1"/>
          </p:cNvSpPr>
          <p:nvPr>
            <p:ph type="sldNum" sz="quarter" idx="12"/>
          </p:nvPr>
        </p:nvSpPr>
        <p:spPr/>
        <p:txBody>
          <a:bodyPr/>
          <a:lstStyle/>
          <a:p>
            <a:r>
              <a:rPr lang="en-GB" dirty="0"/>
              <a:t>Page </a:t>
            </a:r>
            <a:fld id="{BE3DC40E-DBBE-4E2D-9EEC-FBF0DA0E9179}" type="slidenum">
              <a:rPr lang="en-GB" smtClean="0"/>
              <a:pPr/>
              <a:t>6</a:t>
            </a:fld>
            <a:endParaRPr lang="en-GB" dirty="0"/>
          </a:p>
        </p:txBody>
      </p:sp>
    </p:spTree>
    <p:extLst>
      <p:ext uri="{BB962C8B-B14F-4D97-AF65-F5344CB8AC3E}">
        <p14:creationId xmlns:p14="http://schemas.microsoft.com/office/powerpoint/2010/main" val="403867890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a:fillRect/>
          </a:stretch>
        </p:blipFill>
        <p:spPr>
          <a:xfrm>
            <a:off x="6098765" y="1344613"/>
            <a:ext cx="1562102" cy="2702684"/>
          </a:xfrm>
          <a:prstGeom prst="rect">
            <a:avLst/>
          </a:prstGeom>
          <a:ln>
            <a:solidFill>
              <a:schemeClr val="bg1">
                <a:lumMod val="65000"/>
              </a:schemeClr>
            </a:solidFill>
          </a:ln>
        </p:spPr>
      </p:pic>
      <p:sp>
        <p:nvSpPr>
          <p:cNvPr id="3" name="Inhaltsplatzhalter 2"/>
          <p:cNvSpPr>
            <a:spLocks noGrp="1"/>
          </p:cNvSpPr>
          <p:nvPr>
            <p:ph sz="half" idx="1"/>
          </p:nvPr>
        </p:nvSpPr>
        <p:spPr>
          <a:xfrm>
            <a:off x="462404" y="1344613"/>
            <a:ext cx="5458335" cy="3859212"/>
          </a:xfrm>
        </p:spPr>
        <p:txBody>
          <a:bodyPr>
            <a:normAutofit/>
          </a:bodyPr>
          <a:lstStyle/>
          <a:p>
            <a:r>
              <a:rPr lang="en-GB" dirty="0"/>
              <a:t>The optimized WU PowerPoint templates allow you to save toner and ink when printing. </a:t>
            </a:r>
          </a:p>
          <a:p>
            <a:r>
              <a:rPr lang="en-GB" dirty="0"/>
              <a:t>Select </a:t>
            </a:r>
            <a:r>
              <a:rPr lang="en-GB" i="1" dirty="0"/>
              <a:t>Print</a:t>
            </a:r>
            <a:r>
              <a:rPr lang="en-GB" dirty="0"/>
              <a:t> (ribbon </a:t>
            </a:r>
            <a:r>
              <a:rPr lang="en-GB" i="1" dirty="0"/>
              <a:t>File</a:t>
            </a:r>
            <a:r>
              <a:rPr lang="en-GB" dirty="0"/>
              <a:t>) &gt; </a:t>
            </a:r>
            <a:r>
              <a:rPr lang="en-GB" i="1" dirty="0"/>
              <a:t>Settings </a:t>
            </a:r>
            <a:r>
              <a:rPr lang="en-GB" dirty="0"/>
              <a:t>&gt; </a:t>
            </a:r>
            <a:r>
              <a:rPr lang="en-GB" b="1" i="1" dirty="0"/>
              <a:t>Greyscale</a:t>
            </a:r>
            <a:r>
              <a:rPr lang="en-GB" i="1" dirty="0"/>
              <a:t> </a:t>
            </a:r>
            <a:r>
              <a:rPr lang="en-GB" dirty="0"/>
              <a:t>– this disables the printing of background images. All other graphic elements will be printed in greyscale. </a:t>
            </a:r>
            <a:br>
              <a:rPr lang="en-GB" dirty="0"/>
            </a:br>
            <a:r>
              <a:rPr lang="en-GB" dirty="0"/>
              <a:t>If a printer does not offer colour printing, PowerPoint automatically switches to this option.</a:t>
            </a:r>
          </a:p>
          <a:p>
            <a:r>
              <a:rPr lang="en-GB" dirty="0"/>
              <a:t>Please also select </a:t>
            </a:r>
            <a:r>
              <a:rPr lang="en-GB" i="1" dirty="0"/>
              <a:t>Frame Slides</a:t>
            </a:r>
            <a:r>
              <a:rPr lang="en-GB" dirty="0"/>
              <a:t>, in order to present slides more clearly, especially when several slides are printed per page. </a:t>
            </a:r>
          </a:p>
        </p:txBody>
      </p:sp>
      <p:sp>
        <p:nvSpPr>
          <p:cNvPr id="13" name="Footer Placeholder 12"/>
          <p:cNvSpPr>
            <a:spLocks noGrp="1"/>
          </p:cNvSpPr>
          <p:nvPr>
            <p:ph type="ftr" sz="quarter" idx="11"/>
          </p:nvPr>
        </p:nvSpPr>
        <p:spPr/>
        <p:txBody>
          <a:bodyPr/>
          <a:lstStyle/>
          <a:p>
            <a:r>
              <a:rPr lang="en-GB" dirty="0"/>
              <a:t>Sample Footer</a:t>
            </a:r>
          </a:p>
        </p:txBody>
      </p:sp>
      <p:sp>
        <p:nvSpPr>
          <p:cNvPr id="14" name="Slide Number Placeholder 13"/>
          <p:cNvSpPr>
            <a:spLocks noGrp="1"/>
          </p:cNvSpPr>
          <p:nvPr>
            <p:ph type="sldNum" sz="quarter" idx="12"/>
          </p:nvPr>
        </p:nvSpPr>
        <p:spPr/>
        <p:txBody>
          <a:bodyPr/>
          <a:lstStyle/>
          <a:p>
            <a:r>
              <a:rPr lang="en-GB" dirty="0"/>
              <a:t>Page </a:t>
            </a:r>
            <a:fld id="{BE3DC40E-DBBE-4E2D-9EEC-FBF0DA0E9179}" type="slidenum">
              <a:rPr lang="en-GB" smtClean="0"/>
              <a:pPr/>
              <a:t>7</a:t>
            </a:fld>
            <a:endParaRPr lang="en-GB" dirty="0"/>
          </a:p>
        </p:txBody>
      </p:sp>
      <p:sp>
        <p:nvSpPr>
          <p:cNvPr id="2" name="Titel 1"/>
          <p:cNvSpPr>
            <a:spLocks noGrp="1"/>
          </p:cNvSpPr>
          <p:nvPr>
            <p:ph type="title"/>
          </p:nvPr>
        </p:nvSpPr>
        <p:spPr/>
        <p:txBody>
          <a:bodyPr/>
          <a:lstStyle/>
          <a:p>
            <a:r>
              <a:rPr lang="en-GB" dirty="0"/>
              <a:t>Toner- and ink-reduced printing</a:t>
            </a:r>
          </a:p>
        </p:txBody>
      </p:sp>
      <p:sp>
        <p:nvSpPr>
          <p:cNvPr id="8" name="Abgerundetes Rechteck 7"/>
          <p:cNvSpPr/>
          <p:nvPr/>
        </p:nvSpPr>
        <p:spPr>
          <a:xfrm>
            <a:off x="6087728" y="2857500"/>
            <a:ext cx="1584176" cy="344921"/>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p>
        </p:txBody>
      </p:sp>
      <p:pic>
        <p:nvPicPr>
          <p:cNvPr id="11" name="Picture 10"/>
          <p:cNvPicPr>
            <a:picLocks noChangeAspect="1"/>
          </p:cNvPicPr>
          <p:nvPr/>
        </p:nvPicPr>
        <p:blipFill>
          <a:blip r:embed="rId4"/>
          <a:stretch>
            <a:fillRect/>
          </a:stretch>
        </p:blipFill>
        <p:spPr>
          <a:xfrm>
            <a:off x="7142693" y="2685932"/>
            <a:ext cx="1536170" cy="2381978"/>
          </a:xfrm>
          <a:prstGeom prst="rect">
            <a:avLst/>
          </a:prstGeom>
          <a:ln>
            <a:solidFill>
              <a:schemeClr val="bg1">
                <a:lumMod val="65000"/>
              </a:schemeClr>
            </a:solidFill>
          </a:ln>
        </p:spPr>
      </p:pic>
      <p:sp>
        <p:nvSpPr>
          <p:cNvPr id="10" name="Abgerundetes Rechteck 9"/>
          <p:cNvSpPr/>
          <p:nvPr/>
        </p:nvSpPr>
        <p:spPr>
          <a:xfrm>
            <a:off x="7164288" y="4530746"/>
            <a:ext cx="1514575" cy="207180"/>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p>
        </p:txBody>
      </p:sp>
    </p:spTree>
    <p:extLst>
      <p:ext uri="{BB962C8B-B14F-4D97-AF65-F5344CB8AC3E}">
        <p14:creationId xmlns:p14="http://schemas.microsoft.com/office/powerpoint/2010/main" val="415948101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GB"/>
              <a:t>Sample Slides</a:t>
            </a:r>
            <a:endParaRPr lang="en-GB" dirty="0"/>
          </a:p>
        </p:txBody>
      </p:sp>
      <p:sp>
        <p:nvSpPr>
          <p:cNvPr id="3" name="Textplatzhalter 2"/>
          <p:cNvSpPr>
            <a:spLocks noGrp="1"/>
          </p:cNvSpPr>
          <p:nvPr>
            <p:ph type="body" sz="quarter" idx="11"/>
          </p:nvPr>
        </p:nvSpPr>
        <p:spPr>
          <a:xfrm>
            <a:off x="287338" y="2642907"/>
            <a:ext cx="4284662" cy="805551"/>
          </a:xfrm>
        </p:spPr>
        <p:txBody>
          <a:bodyPr/>
          <a:lstStyle/>
          <a:p>
            <a:r>
              <a:rPr lang="en-GB" dirty="0"/>
              <a:t>This slide is based on the layout </a:t>
            </a:r>
            <a:br>
              <a:rPr lang="en-GB" dirty="0"/>
            </a:br>
            <a:r>
              <a:rPr lang="en-GB" dirty="0"/>
              <a:t>„</a:t>
            </a:r>
            <a:r>
              <a:rPr lang="en-GB" dirty="0" err="1"/>
              <a:t>Kapitelfolie</a:t>
            </a:r>
            <a:r>
              <a:rPr lang="en-GB" dirty="0"/>
              <a:t> </a:t>
            </a:r>
            <a:r>
              <a:rPr lang="en-GB" dirty="0" err="1"/>
              <a:t>kurz</a:t>
            </a:r>
            <a:r>
              <a:rPr lang="en-GB" dirty="0"/>
              <a:t>“ </a:t>
            </a:r>
          </a:p>
        </p:txBody>
      </p:sp>
      <p:sp>
        <p:nvSpPr>
          <p:cNvPr id="4" name="Footer Placeholder 3"/>
          <p:cNvSpPr>
            <a:spLocks noGrp="1"/>
          </p:cNvSpPr>
          <p:nvPr>
            <p:ph type="ftr" sz="quarter" idx="13"/>
          </p:nvPr>
        </p:nvSpPr>
        <p:spPr/>
        <p:txBody>
          <a:bodyPr/>
          <a:lstStyle/>
          <a:p>
            <a:r>
              <a:rPr lang="en-GB"/>
              <a:t>Sample Footer</a:t>
            </a:r>
            <a:endParaRPr lang="en-GB" dirty="0"/>
          </a:p>
        </p:txBody>
      </p:sp>
      <p:sp>
        <p:nvSpPr>
          <p:cNvPr id="5" name="Slide Number Placeholder 4"/>
          <p:cNvSpPr>
            <a:spLocks noGrp="1"/>
          </p:cNvSpPr>
          <p:nvPr>
            <p:ph type="sldNum" sz="quarter" idx="14"/>
          </p:nvPr>
        </p:nvSpPr>
        <p:spPr/>
        <p:txBody>
          <a:bodyPr/>
          <a:lstStyle/>
          <a:p>
            <a:r>
              <a:rPr lang="en-GB"/>
              <a:t>Page </a:t>
            </a:r>
            <a:fld id="{BE3DC40E-DBBE-4E2D-9EEC-FBF0DA0E9179}" type="slidenum">
              <a:rPr lang="en-GB" smtClean="0"/>
              <a:pPr/>
              <a:t>8</a:t>
            </a:fld>
            <a:endParaRPr lang="en-GB" dirty="0"/>
          </a:p>
        </p:txBody>
      </p:sp>
    </p:spTree>
    <p:extLst>
      <p:ext uri="{BB962C8B-B14F-4D97-AF65-F5344CB8AC3E}">
        <p14:creationId xmlns:p14="http://schemas.microsoft.com/office/powerpoint/2010/main" val="8327154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GB"/>
              <a:t>Layout „Titelfolie“ – </a:t>
            </a:r>
            <a:br>
              <a:rPr lang="en-GB"/>
            </a:br>
            <a:r>
              <a:rPr lang="en-GB"/>
              <a:t>font Georgia 32 pt</a:t>
            </a:r>
            <a:endParaRPr lang="en-GB" dirty="0"/>
          </a:p>
        </p:txBody>
      </p:sp>
      <p:sp>
        <p:nvSpPr>
          <p:cNvPr id="3" name="Untertitel 2"/>
          <p:cNvSpPr>
            <a:spLocks noGrp="1"/>
          </p:cNvSpPr>
          <p:nvPr>
            <p:ph type="subTitle" idx="1"/>
          </p:nvPr>
        </p:nvSpPr>
        <p:spPr/>
        <p:txBody>
          <a:bodyPr/>
          <a:lstStyle/>
          <a:p>
            <a:r>
              <a:rPr lang="en-GB"/>
              <a:t>Subtitle of presentation</a:t>
            </a:r>
            <a:endParaRPr lang="en-GB" dirty="0"/>
          </a:p>
        </p:txBody>
      </p:sp>
      <p:sp>
        <p:nvSpPr>
          <p:cNvPr id="4" name="Textplatzhalter 3"/>
          <p:cNvSpPr>
            <a:spLocks noGrp="1"/>
          </p:cNvSpPr>
          <p:nvPr>
            <p:ph type="body" sz="quarter" idx="11"/>
          </p:nvPr>
        </p:nvSpPr>
        <p:spPr>
          <a:xfrm>
            <a:off x="287338" y="2941638"/>
            <a:ext cx="4284662" cy="1067161"/>
          </a:xfrm>
        </p:spPr>
        <p:txBody>
          <a:bodyPr/>
          <a:lstStyle/>
          <a:p>
            <a:r>
              <a:rPr lang="en-GB" dirty="0"/>
              <a:t>Information about presentation (author, version no. etc.)</a:t>
            </a:r>
          </a:p>
          <a:p>
            <a:r>
              <a:rPr lang="en-GB" dirty="0"/>
              <a:t>This is the default title slide </a:t>
            </a:r>
          </a:p>
        </p:txBody>
      </p:sp>
      <p:sp>
        <p:nvSpPr>
          <p:cNvPr id="9" name="Textplatzhalter 8">
            <a:extLst>
              <a:ext uri="{FF2B5EF4-FFF2-40B4-BE49-F238E27FC236}">
                <a16:creationId xmlns:a16="http://schemas.microsoft.com/office/drawing/2014/main" id="{4FBF7533-AD66-42A8-8D36-C2EA127B3006}"/>
              </a:ext>
            </a:extLst>
          </p:cNvPr>
          <p:cNvSpPr>
            <a:spLocks noGrp="1"/>
          </p:cNvSpPr>
          <p:nvPr>
            <p:ph type="body" sz="quarter" idx="12"/>
          </p:nvPr>
        </p:nvSpPr>
        <p:spPr/>
        <p:txBody>
          <a:bodyPr/>
          <a:lstStyle/>
          <a:p>
            <a:endParaRPr lang="de-AT"/>
          </a:p>
        </p:txBody>
      </p:sp>
    </p:spTree>
    <p:extLst>
      <p:ext uri="{BB962C8B-B14F-4D97-AF65-F5344CB8AC3E}">
        <p14:creationId xmlns:p14="http://schemas.microsoft.com/office/powerpoint/2010/main" val="408449698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GB"/>
              <a:t>Layout „Titelfolie kurz“</a:t>
            </a:r>
            <a:endParaRPr lang="en-GB" dirty="0"/>
          </a:p>
        </p:txBody>
      </p:sp>
      <p:sp>
        <p:nvSpPr>
          <p:cNvPr id="3" name="Untertitel 2"/>
          <p:cNvSpPr>
            <a:spLocks noGrp="1"/>
          </p:cNvSpPr>
          <p:nvPr>
            <p:ph type="subTitle" idx="1"/>
          </p:nvPr>
        </p:nvSpPr>
        <p:spPr/>
        <p:txBody>
          <a:bodyPr/>
          <a:lstStyle/>
          <a:p>
            <a:r>
              <a:rPr lang="en-GB"/>
              <a:t>Subtitle of presentation</a:t>
            </a:r>
          </a:p>
          <a:p>
            <a:endParaRPr lang="en-GB" dirty="0"/>
          </a:p>
        </p:txBody>
      </p:sp>
      <p:sp>
        <p:nvSpPr>
          <p:cNvPr id="8" name="Textplatzhalter 7"/>
          <p:cNvSpPr>
            <a:spLocks noGrp="1"/>
          </p:cNvSpPr>
          <p:nvPr>
            <p:ph type="body" sz="quarter" idx="11"/>
          </p:nvPr>
        </p:nvSpPr>
        <p:spPr>
          <a:xfrm>
            <a:off x="287338" y="2642906"/>
            <a:ext cx="4284662" cy="1174883"/>
          </a:xfrm>
        </p:spPr>
        <p:txBody>
          <a:bodyPr/>
          <a:lstStyle/>
          <a:p>
            <a:r>
              <a:rPr lang="en-GB" dirty="0"/>
              <a:t>Alternative layout „</a:t>
            </a:r>
            <a:r>
              <a:rPr lang="en-GB" dirty="0" err="1"/>
              <a:t>Titelfolie</a:t>
            </a:r>
            <a:r>
              <a:rPr lang="en-GB" dirty="0"/>
              <a:t> </a:t>
            </a:r>
            <a:r>
              <a:rPr lang="en-GB" dirty="0" err="1"/>
              <a:t>kurz</a:t>
            </a:r>
            <a:r>
              <a:rPr lang="en-GB" dirty="0"/>
              <a:t>“ for short title (one line) available. Please choose the required layout by selecting either </a:t>
            </a:r>
            <a:r>
              <a:rPr lang="en-GB" i="1" dirty="0"/>
              <a:t>New Slide </a:t>
            </a:r>
            <a:r>
              <a:rPr lang="en-GB" dirty="0"/>
              <a:t>or </a:t>
            </a:r>
            <a:r>
              <a:rPr lang="en-GB" i="1" dirty="0"/>
              <a:t>Layout </a:t>
            </a:r>
            <a:r>
              <a:rPr lang="en-GB" dirty="0"/>
              <a:t>(both in the ribbon </a:t>
            </a:r>
            <a:r>
              <a:rPr lang="en-GB" i="1" dirty="0"/>
              <a:t>Home &gt; Slides</a:t>
            </a:r>
            <a:r>
              <a:rPr lang="en-GB" dirty="0"/>
              <a:t>).  </a:t>
            </a:r>
          </a:p>
        </p:txBody>
      </p:sp>
      <p:sp>
        <p:nvSpPr>
          <p:cNvPr id="9" name="Textplatzhalter 8">
            <a:extLst>
              <a:ext uri="{FF2B5EF4-FFF2-40B4-BE49-F238E27FC236}">
                <a16:creationId xmlns:a16="http://schemas.microsoft.com/office/drawing/2014/main" id="{33A6F4C7-DAB5-4236-BE5A-44C633B2204B}"/>
              </a:ext>
            </a:extLst>
          </p:cNvPr>
          <p:cNvSpPr>
            <a:spLocks noGrp="1"/>
          </p:cNvSpPr>
          <p:nvPr>
            <p:ph type="body" sz="quarter" idx="12"/>
          </p:nvPr>
        </p:nvSpPr>
        <p:spPr/>
        <p:txBody>
          <a:bodyPr/>
          <a:lstStyle/>
          <a:p>
            <a:endParaRPr lang="de-AT"/>
          </a:p>
        </p:txBody>
      </p:sp>
    </p:spTree>
    <p:extLst>
      <p:ext uri="{BB962C8B-B14F-4D97-AF65-F5344CB8AC3E}">
        <p14:creationId xmlns:p14="http://schemas.microsoft.com/office/powerpoint/2010/main" val="220288568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platzhalter 5"/>
          <p:cNvSpPr>
            <a:spLocks noGrp="1"/>
          </p:cNvSpPr>
          <p:nvPr>
            <p:ph type="body" sz="quarter" idx="11"/>
          </p:nvPr>
        </p:nvSpPr>
        <p:spPr>
          <a:xfrm>
            <a:off x="287338" y="2941638"/>
            <a:ext cx="4284662" cy="990217"/>
          </a:xfrm>
        </p:spPr>
        <p:txBody>
          <a:bodyPr/>
          <a:lstStyle/>
          <a:p>
            <a:r>
              <a:rPr lang="en-GB" dirty="0"/>
              <a:t>Information about presentation (author, version no. etc.)</a:t>
            </a:r>
            <a:br>
              <a:rPr lang="en-GB" dirty="0"/>
            </a:br>
            <a:r>
              <a:rPr lang="en-GB" dirty="0"/>
              <a:t>in Verdana – 12 pt  </a:t>
            </a:r>
          </a:p>
        </p:txBody>
      </p:sp>
      <p:sp>
        <p:nvSpPr>
          <p:cNvPr id="8" name="Textplatzhalter 7">
            <a:extLst>
              <a:ext uri="{FF2B5EF4-FFF2-40B4-BE49-F238E27FC236}">
                <a16:creationId xmlns:a16="http://schemas.microsoft.com/office/drawing/2014/main" id="{4E63FF3F-0385-452B-A125-2A7B15ACABD3}"/>
              </a:ext>
            </a:extLst>
          </p:cNvPr>
          <p:cNvSpPr>
            <a:spLocks noGrp="1"/>
          </p:cNvSpPr>
          <p:nvPr>
            <p:ph type="body" sz="quarter" idx="12"/>
          </p:nvPr>
        </p:nvSpPr>
        <p:spPr/>
        <p:txBody>
          <a:bodyPr/>
          <a:lstStyle/>
          <a:p>
            <a:endParaRPr lang="de-AT"/>
          </a:p>
        </p:txBody>
      </p:sp>
      <p:sp>
        <p:nvSpPr>
          <p:cNvPr id="2" name="Titel 1"/>
          <p:cNvSpPr>
            <a:spLocks noGrp="1"/>
          </p:cNvSpPr>
          <p:nvPr>
            <p:ph type="ctrTitle"/>
          </p:nvPr>
        </p:nvSpPr>
        <p:spPr/>
        <p:txBody>
          <a:bodyPr/>
          <a:lstStyle/>
          <a:p>
            <a:r>
              <a:rPr lang="en-GB"/>
              <a:t>Layout „Titelfolie ohne Bild“ – for 2 lines of text</a:t>
            </a:r>
            <a:endParaRPr lang="en-GB" dirty="0"/>
          </a:p>
        </p:txBody>
      </p:sp>
      <p:sp>
        <p:nvSpPr>
          <p:cNvPr id="3" name="Untertitel 2"/>
          <p:cNvSpPr>
            <a:spLocks noGrp="1"/>
          </p:cNvSpPr>
          <p:nvPr>
            <p:ph type="subTitle" idx="1"/>
          </p:nvPr>
        </p:nvSpPr>
        <p:spPr/>
        <p:txBody>
          <a:bodyPr/>
          <a:lstStyle/>
          <a:p>
            <a:r>
              <a:rPr lang="en-GB"/>
              <a:t>Subtitle – Verdana 18 pt</a:t>
            </a:r>
            <a:endParaRPr lang="en-GB" dirty="0"/>
          </a:p>
        </p:txBody>
      </p:sp>
    </p:spTree>
    <p:extLst>
      <p:ext uri="{BB962C8B-B14F-4D97-AF65-F5344CB8AC3E}">
        <p14:creationId xmlns:p14="http://schemas.microsoft.com/office/powerpoint/2010/main" val="371972545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1879600" y="495300"/>
            <a:ext cx="184731" cy="369332"/>
          </a:xfrm>
          <a:prstGeom prst="rect">
            <a:avLst/>
          </a:prstGeom>
          <a:noFill/>
        </p:spPr>
        <p:txBody>
          <a:bodyPr wrap="none" rtlCol="0">
            <a:spAutoFit/>
          </a:bodyPr>
          <a:lstStyle/>
          <a:p>
            <a:endParaRPr lang="en-GB" dirty="0"/>
          </a:p>
        </p:txBody>
      </p:sp>
      <p:sp>
        <p:nvSpPr>
          <p:cNvPr id="16" name="Titel 15"/>
          <p:cNvSpPr>
            <a:spLocks noGrp="1"/>
          </p:cNvSpPr>
          <p:nvPr>
            <p:ph type="ctrTitle"/>
          </p:nvPr>
        </p:nvSpPr>
        <p:spPr/>
        <p:txBody>
          <a:bodyPr/>
          <a:lstStyle/>
          <a:p>
            <a:r>
              <a:rPr lang="en-GB"/>
              <a:t>Titleslide w/o pic. short</a:t>
            </a:r>
            <a:endParaRPr lang="en-GB" dirty="0"/>
          </a:p>
        </p:txBody>
      </p:sp>
      <p:sp>
        <p:nvSpPr>
          <p:cNvPr id="3" name="Untertitel 2"/>
          <p:cNvSpPr>
            <a:spLocks noGrp="1"/>
          </p:cNvSpPr>
          <p:nvPr>
            <p:ph type="subTitle" idx="1"/>
          </p:nvPr>
        </p:nvSpPr>
        <p:spPr/>
        <p:txBody>
          <a:bodyPr/>
          <a:lstStyle/>
          <a:p>
            <a:r>
              <a:rPr lang="en-GB"/>
              <a:t>Subtitle of presentation</a:t>
            </a:r>
            <a:endParaRPr lang="en-GB" dirty="0"/>
          </a:p>
        </p:txBody>
      </p:sp>
      <p:sp>
        <p:nvSpPr>
          <p:cNvPr id="7" name="Textplatzhalter 6"/>
          <p:cNvSpPr>
            <a:spLocks noGrp="1"/>
          </p:cNvSpPr>
          <p:nvPr>
            <p:ph type="body" sz="quarter" idx="11"/>
          </p:nvPr>
        </p:nvSpPr>
        <p:spPr>
          <a:xfrm>
            <a:off x="287338" y="2642907"/>
            <a:ext cx="4284662" cy="1359548"/>
          </a:xfrm>
        </p:spPr>
        <p:txBody>
          <a:bodyPr/>
          <a:lstStyle/>
          <a:p>
            <a:r>
              <a:rPr lang="en-GB" dirty="0"/>
              <a:t>Layout „</a:t>
            </a:r>
            <a:r>
              <a:rPr lang="en-GB" dirty="0" err="1"/>
              <a:t>Titelfolie</a:t>
            </a:r>
            <a:r>
              <a:rPr lang="en-GB" dirty="0"/>
              <a:t> </a:t>
            </a:r>
            <a:r>
              <a:rPr lang="en-GB" dirty="0" err="1"/>
              <a:t>ohne</a:t>
            </a:r>
            <a:r>
              <a:rPr lang="en-GB" dirty="0"/>
              <a:t> Bild </a:t>
            </a:r>
            <a:r>
              <a:rPr lang="en-GB" dirty="0" err="1"/>
              <a:t>kurz</a:t>
            </a:r>
            <a:r>
              <a:rPr lang="en-GB" dirty="0"/>
              <a:t>“ – alternative to layout „</a:t>
            </a:r>
            <a:r>
              <a:rPr lang="en-GB" dirty="0" err="1"/>
              <a:t>Titelfolie</a:t>
            </a:r>
            <a:r>
              <a:rPr lang="en-GB" dirty="0"/>
              <a:t> </a:t>
            </a:r>
            <a:r>
              <a:rPr lang="en-GB" dirty="0" err="1"/>
              <a:t>ohne</a:t>
            </a:r>
            <a:r>
              <a:rPr lang="en-GB" dirty="0"/>
              <a:t> Bild“ – especially for short title (one line). Please choose the required layout by selecting </a:t>
            </a:r>
            <a:r>
              <a:rPr lang="en-GB" i="1" dirty="0"/>
              <a:t>Layout </a:t>
            </a:r>
            <a:r>
              <a:rPr lang="en-GB" dirty="0"/>
              <a:t>(in the ribbon </a:t>
            </a:r>
            <a:r>
              <a:rPr lang="en-GB" i="1" dirty="0"/>
              <a:t>Home &gt; Slides</a:t>
            </a:r>
            <a:r>
              <a:rPr lang="en-GB" dirty="0"/>
              <a:t>). </a:t>
            </a:r>
          </a:p>
        </p:txBody>
      </p:sp>
      <p:sp>
        <p:nvSpPr>
          <p:cNvPr id="9" name="Textplatzhalter 8">
            <a:extLst>
              <a:ext uri="{FF2B5EF4-FFF2-40B4-BE49-F238E27FC236}">
                <a16:creationId xmlns:a16="http://schemas.microsoft.com/office/drawing/2014/main" id="{1A0A7832-F8D0-4074-A9C7-640AAAD297E7}"/>
              </a:ext>
            </a:extLst>
          </p:cNvPr>
          <p:cNvSpPr>
            <a:spLocks noGrp="1"/>
          </p:cNvSpPr>
          <p:nvPr>
            <p:ph type="body" sz="quarter" idx="12"/>
          </p:nvPr>
        </p:nvSpPr>
        <p:spPr/>
        <p:txBody>
          <a:bodyPr/>
          <a:lstStyle/>
          <a:p>
            <a:endParaRPr lang="de-AT"/>
          </a:p>
        </p:txBody>
      </p:sp>
    </p:spTree>
    <p:extLst>
      <p:ext uri="{BB962C8B-B14F-4D97-AF65-F5344CB8AC3E}">
        <p14:creationId xmlns:p14="http://schemas.microsoft.com/office/powerpoint/2010/main" val="418962996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type="body" sz="quarter" idx="11"/>
          </p:nvPr>
        </p:nvSpPr>
        <p:spPr>
          <a:xfrm>
            <a:off x="287338" y="2941638"/>
            <a:ext cx="4284662" cy="1359548"/>
          </a:xfrm>
        </p:spPr>
        <p:txBody>
          <a:bodyPr/>
          <a:lstStyle/>
          <a:p>
            <a:r>
              <a:rPr lang="en-GB" dirty="0"/>
              <a:t>Alternative layout „</a:t>
            </a:r>
            <a:r>
              <a:rPr lang="en-GB" dirty="0" err="1"/>
              <a:t>Titelfolie</a:t>
            </a:r>
            <a:r>
              <a:rPr lang="en-GB" dirty="0"/>
              <a:t> Bild 2 </a:t>
            </a:r>
            <a:r>
              <a:rPr lang="en-GB" dirty="0" err="1"/>
              <a:t>kurz</a:t>
            </a:r>
            <a:r>
              <a:rPr lang="en-GB" dirty="0"/>
              <a:t>“ for short title (one line) available. Please choose the required layout by selecting either </a:t>
            </a:r>
            <a:r>
              <a:rPr lang="en-GB" i="1" dirty="0"/>
              <a:t>New Slide </a:t>
            </a:r>
            <a:r>
              <a:rPr lang="en-GB" dirty="0"/>
              <a:t>or </a:t>
            </a:r>
            <a:r>
              <a:rPr lang="en-GB" i="1" dirty="0"/>
              <a:t>Layout </a:t>
            </a:r>
            <a:r>
              <a:rPr lang="en-GB" dirty="0"/>
              <a:t>(both in the ribbon </a:t>
            </a:r>
            <a:r>
              <a:rPr lang="en-GB" i="1" dirty="0"/>
              <a:t>Home &gt; Slides</a:t>
            </a:r>
            <a:r>
              <a:rPr lang="en-GB" dirty="0"/>
              <a:t>).  </a:t>
            </a:r>
          </a:p>
        </p:txBody>
      </p:sp>
      <p:sp>
        <p:nvSpPr>
          <p:cNvPr id="11" name="Textplatzhalter 10">
            <a:extLst>
              <a:ext uri="{FF2B5EF4-FFF2-40B4-BE49-F238E27FC236}">
                <a16:creationId xmlns:a16="http://schemas.microsoft.com/office/drawing/2014/main" id="{C2ED7C73-A393-425A-863D-764BEB54C26C}"/>
              </a:ext>
            </a:extLst>
          </p:cNvPr>
          <p:cNvSpPr>
            <a:spLocks noGrp="1"/>
          </p:cNvSpPr>
          <p:nvPr>
            <p:ph type="body" sz="quarter" idx="12"/>
          </p:nvPr>
        </p:nvSpPr>
        <p:spPr/>
        <p:txBody>
          <a:bodyPr/>
          <a:lstStyle/>
          <a:p>
            <a:endParaRPr lang="de-AT"/>
          </a:p>
        </p:txBody>
      </p:sp>
      <p:sp>
        <p:nvSpPr>
          <p:cNvPr id="14" name="Titel 13"/>
          <p:cNvSpPr>
            <a:spLocks noGrp="1"/>
          </p:cNvSpPr>
          <p:nvPr>
            <p:ph type="ctrTitle"/>
          </p:nvPr>
        </p:nvSpPr>
        <p:spPr/>
        <p:txBody>
          <a:bodyPr/>
          <a:lstStyle/>
          <a:p>
            <a:r>
              <a:rPr lang="en-GB"/>
              <a:t>Layout „Titelfolie Bild 2“ – for 2 lines of text</a:t>
            </a:r>
            <a:endParaRPr lang="en-GB" dirty="0"/>
          </a:p>
        </p:txBody>
      </p:sp>
      <p:sp>
        <p:nvSpPr>
          <p:cNvPr id="10" name="Untertitel 9">
            <a:extLst>
              <a:ext uri="{FF2B5EF4-FFF2-40B4-BE49-F238E27FC236}">
                <a16:creationId xmlns:a16="http://schemas.microsoft.com/office/drawing/2014/main" id="{0CE0C2D5-6F09-49BB-A181-80E434007488}"/>
              </a:ext>
            </a:extLst>
          </p:cNvPr>
          <p:cNvSpPr>
            <a:spLocks noGrp="1"/>
          </p:cNvSpPr>
          <p:nvPr>
            <p:ph type="subTitle" idx="1"/>
          </p:nvPr>
        </p:nvSpPr>
        <p:spPr/>
        <p:txBody>
          <a:bodyPr/>
          <a:lstStyle/>
          <a:p>
            <a:endParaRPr lang="de-AT"/>
          </a:p>
        </p:txBody>
      </p:sp>
    </p:spTree>
    <p:extLst>
      <p:ext uri="{BB962C8B-B14F-4D97-AF65-F5344CB8AC3E}">
        <p14:creationId xmlns:p14="http://schemas.microsoft.com/office/powerpoint/2010/main" val="267634435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sz="quarter" idx="11"/>
          </p:nvPr>
        </p:nvSpPr>
        <p:spPr>
          <a:xfrm>
            <a:off x="287338" y="2941638"/>
            <a:ext cx="4284662" cy="1359548"/>
          </a:xfrm>
        </p:spPr>
        <p:txBody>
          <a:bodyPr/>
          <a:lstStyle/>
          <a:p>
            <a:r>
              <a:rPr lang="en-GB" dirty="0"/>
              <a:t>Alternative layout „</a:t>
            </a:r>
            <a:r>
              <a:rPr lang="en-GB" dirty="0" err="1"/>
              <a:t>Titelfolie</a:t>
            </a:r>
            <a:r>
              <a:rPr lang="en-GB" dirty="0"/>
              <a:t> Bild 4 </a:t>
            </a:r>
            <a:r>
              <a:rPr lang="en-GB" dirty="0" err="1"/>
              <a:t>kurz</a:t>
            </a:r>
            <a:r>
              <a:rPr lang="en-GB" dirty="0"/>
              <a:t>“ for short title (one line) available. Please choose the required layout by selecting either </a:t>
            </a:r>
            <a:r>
              <a:rPr lang="en-GB" i="1" dirty="0"/>
              <a:t>New Slide </a:t>
            </a:r>
            <a:r>
              <a:rPr lang="en-GB" dirty="0"/>
              <a:t>or </a:t>
            </a:r>
            <a:r>
              <a:rPr lang="en-GB" i="1" dirty="0"/>
              <a:t>Layout </a:t>
            </a:r>
            <a:r>
              <a:rPr lang="en-GB" dirty="0"/>
              <a:t>(both in the ribbon </a:t>
            </a:r>
            <a:r>
              <a:rPr lang="en-GB" i="1" dirty="0"/>
              <a:t>Home &gt; Slides</a:t>
            </a:r>
            <a:r>
              <a:rPr lang="en-GB" dirty="0"/>
              <a:t>).  </a:t>
            </a:r>
          </a:p>
        </p:txBody>
      </p:sp>
      <p:sp>
        <p:nvSpPr>
          <p:cNvPr id="7" name="Textplatzhalter 6">
            <a:extLst>
              <a:ext uri="{FF2B5EF4-FFF2-40B4-BE49-F238E27FC236}">
                <a16:creationId xmlns:a16="http://schemas.microsoft.com/office/drawing/2014/main" id="{C41B27EB-3F94-4480-9CD0-588F04C3695B}"/>
              </a:ext>
            </a:extLst>
          </p:cNvPr>
          <p:cNvSpPr>
            <a:spLocks noGrp="1"/>
          </p:cNvSpPr>
          <p:nvPr>
            <p:ph type="body" sz="quarter" idx="12"/>
          </p:nvPr>
        </p:nvSpPr>
        <p:spPr/>
        <p:txBody>
          <a:bodyPr/>
          <a:lstStyle/>
          <a:p>
            <a:endParaRPr lang="de-AT"/>
          </a:p>
        </p:txBody>
      </p:sp>
      <p:sp>
        <p:nvSpPr>
          <p:cNvPr id="2" name="Titel 1"/>
          <p:cNvSpPr>
            <a:spLocks noGrp="1"/>
          </p:cNvSpPr>
          <p:nvPr>
            <p:ph type="ctrTitle"/>
          </p:nvPr>
        </p:nvSpPr>
        <p:spPr/>
        <p:txBody>
          <a:bodyPr/>
          <a:lstStyle/>
          <a:p>
            <a:r>
              <a:rPr lang="en-GB" dirty="0"/>
              <a:t>Layout „</a:t>
            </a:r>
            <a:r>
              <a:rPr lang="en-GB" dirty="0" err="1"/>
              <a:t>Titelfolie</a:t>
            </a:r>
            <a:r>
              <a:rPr lang="en-GB" dirty="0"/>
              <a:t> Bild 3“ – for 2 lines of text</a:t>
            </a:r>
          </a:p>
        </p:txBody>
      </p:sp>
      <p:sp>
        <p:nvSpPr>
          <p:cNvPr id="3" name="Untertitel 2">
            <a:extLst>
              <a:ext uri="{FF2B5EF4-FFF2-40B4-BE49-F238E27FC236}">
                <a16:creationId xmlns:a16="http://schemas.microsoft.com/office/drawing/2014/main" id="{7E970808-17AD-4F5C-B86B-3B7FA08698D0}"/>
              </a:ext>
            </a:extLst>
          </p:cNvPr>
          <p:cNvSpPr>
            <a:spLocks noGrp="1"/>
          </p:cNvSpPr>
          <p:nvPr>
            <p:ph type="subTitle" idx="1"/>
          </p:nvPr>
        </p:nvSpPr>
        <p:spPr/>
        <p:txBody>
          <a:bodyPr/>
          <a:lstStyle/>
          <a:p>
            <a:endParaRPr lang="de-AT"/>
          </a:p>
        </p:txBody>
      </p:sp>
    </p:spTree>
    <p:extLst>
      <p:ext uri="{BB962C8B-B14F-4D97-AF65-F5344CB8AC3E}">
        <p14:creationId xmlns:p14="http://schemas.microsoft.com/office/powerpoint/2010/main" val="115688391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Inhaltsplatzhalter 9"/>
          <p:cNvSpPr>
            <a:spLocks noGrp="1"/>
          </p:cNvSpPr>
          <p:nvPr>
            <p:ph idx="1"/>
          </p:nvPr>
        </p:nvSpPr>
        <p:spPr/>
        <p:txBody>
          <a:bodyPr>
            <a:normAutofit/>
          </a:bodyPr>
          <a:lstStyle/>
          <a:p>
            <a:r>
              <a:rPr lang="en-GB" dirty="0"/>
              <a:t>Running text in Verdana 16 pt (default).</a:t>
            </a:r>
          </a:p>
          <a:p>
            <a:r>
              <a:rPr lang="en-GB" dirty="0"/>
              <a:t>Sample text showing the use of bullets, which also can be deactivated (see page 4):</a:t>
            </a:r>
          </a:p>
          <a:p>
            <a:pPr lvl="1"/>
            <a:r>
              <a:rPr lang="en-GB" dirty="0" err="1"/>
              <a:t>Abgeschieden</a:t>
            </a:r>
            <a:r>
              <a:rPr lang="en-GB" dirty="0"/>
              <a:t> </a:t>
            </a:r>
            <a:r>
              <a:rPr lang="en-GB" dirty="0" err="1"/>
              <a:t>wohnen</a:t>
            </a:r>
            <a:r>
              <a:rPr lang="en-GB" dirty="0"/>
              <a:t> </a:t>
            </a:r>
            <a:r>
              <a:rPr lang="en-GB" dirty="0" err="1"/>
              <a:t>sie</a:t>
            </a:r>
            <a:r>
              <a:rPr lang="en-GB" dirty="0"/>
              <a:t> in </a:t>
            </a:r>
            <a:r>
              <a:rPr lang="en-GB" dirty="0" err="1"/>
              <a:t>Buchstabhausen</a:t>
            </a:r>
            <a:r>
              <a:rPr lang="en-GB" dirty="0"/>
              <a:t> an der </a:t>
            </a:r>
            <a:r>
              <a:rPr lang="en-GB" dirty="0" err="1"/>
              <a:t>Küste</a:t>
            </a:r>
            <a:r>
              <a:rPr lang="en-GB" dirty="0"/>
              <a:t> des </a:t>
            </a:r>
            <a:r>
              <a:rPr lang="en-GB" dirty="0" err="1"/>
              <a:t>Semantik</a:t>
            </a:r>
            <a:r>
              <a:rPr lang="en-GB" dirty="0"/>
              <a:t>, </a:t>
            </a:r>
            <a:r>
              <a:rPr lang="en-GB" dirty="0" err="1"/>
              <a:t>eines</a:t>
            </a:r>
            <a:r>
              <a:rPr lang="en-GB" dirty="0"/>
              <a:t> </a:t>
            </a:r>
            <a:r>
              <a:rPr lang="en-GB" dirty="0" err="1"/>
              <a:t>großen</a:t>
            </a:r>
            <a:r>
              <a:rPr lang="en-GB" dirty="0"/>
              <a:t> </a:t>
            </a:r>
            <a:r>
              <a:rPr lang="en-GB" dirty="0" err="1"/>
              <a:t>Sprachozeans</a:t>
            </a:r>
            <a:r>
              <a:rPr lang="en-GB" dirty="0"/>
              <a:t>. Ein </a:t>
            </a:r>
            <a:r>
              <a:rPr lang="en-GB" dirty="0" err="1"/>
              <a:t>kleines</a:t>
            </a:r>
            <a:r>
              <a:rPr lang="en-GB" dirty="0"/>
              <a:t> </a:t>
            </a:r>
            <a:r>
              <a:rPr lang="en-GB" dirty="0" err="1"/>
              <a:t>Bächlein</a:t>
            </a:r>
            <a:r>
              <a:rPr lang="en-GB" dirty="0"/>
              <a:t> </a:t>
            </a:r>
            <a:r>
              <a:rPr lang="en-GB" dirty="0" err="1"/>
              <a:t>namens</a:t>
            </a:r>
            <a:r>
              <a:rPr lang="en-GB" dirty="0"/>
              <a:t> </a:t>
            </a:r>
            <a:r>
              <a:rPr lang="en-GB" dirty="0" err="1"/>
              <a:t>Duden</a:t>
            </a:r>
            <a:r>
              <a:rPr lang="en-GB" dirty="0"/>
              <a:t> </a:t>
            </a:r>
            <a:r>
              <a:rPr lang="en-GB" dirty="0" err="1"/>
              <a:t>fließt</a:t>
            </a:r>
            <a:r>
              <a:rPr lang="en-GB" dirty="0"/>
              <a:t> </a:t>
            </a:r>
            <a:r>
              <a:rPr lang="en-GB" dirty="0" err="1"/>
              <a:t>durch</a:t>
            </a:r>
            <a:r>
              <a:rPr lang="en-GB" dirty="0"/>
              <a:t> </a:t>
            </a:r>
            <a:r>
              <a:rPr lang="en-GB" dirty="0" err="1"/>
              <a:t>ihren</a:t>
            </a:r>
            <a:r>
              <a:rPr lang="en-GB" dirty="0"/>
              <a:t> Ort und </a:t>
            </a:r>
            <a:r>
              <a:rPr lang="en-GB" dirty="0" err="1"/>
              <a:t>versorgt</a:t>
            </a:r>
            <a:r>
              <a:rPr lang="en-GB" dirty="0"/>
              <a:t> </a:t>
            </a:r>
            <a:r>
              <a:rPr lang="en-GB" dirty="0" err="1"/>
              <a:t>sie</a:t>
            </a:r>
            <a:r>
              <a:rPr lang="en-GB" dirty="0"/>
              <a:t> </a:t>
            </a:r>
            <a:r>
              <a:rPr lang="en-GB" dirty="0" err="1"/>
              <a:t>mit</a:t>
            </a:r>
            <a:r>
              <a:rPr lang="en-GB" dirty="0"/>
              <a:t> den </a:t>
            </a:r>
            <a:r>
              <a:rPr lang="en-GB" dirty="0" err="1"/>
              <a:t>nötigen</a:t>
            </a:r>
            <a:r>
              <a:rPr lang="en-GB" dirty="0"/>
              <a:t> </a:t>
            </a:r>
            <a:r>
              <a:rPr lang="en-GB" dirty="0" err="1"/>
              <a:t>Regelialien</a:t>
            </a:r>
            <a:r>
              <a:rPr lang="en-GB" dirty="0"/>
              <a:t>.</a:t>
            </a:r>
          </a:p>
          <a:p>
            <a:pPr lvl="2"/>
            <a:r>
              <a:rPr lang="en-GB" dirty="0" err="1"/>
              <a:t>Es</a:t>
            </a:r>
            <a:r>
              <a:rPr lang="en-GB" dirty="0"/>
              <a:t> </a:t>
            </a:r>
            <a:r>
              <a:rPr lang="en-GB" dirty="0" err="1"/>
              <a:t>ist</a:t>
            </a:r>
            <a:r>
              <a:rPr lang="en-GB" dirty="0"/>
              <a:t> </a:t>
            </a:r>
            <a:r>
              <a:rPr lang="en-GB" dirty="0" err="1"/>
              <a:t>ein</a:t>
            </a:r>
            <a:r>
              <a:rPr lang="en-GB" dirty="0"/>
              <a:t> </a:t>
            </a:r>
            <a:r>
              <a:rPr lang="en-GB" dirty="0" err="1"/>
              <a:t>paradiesmatisches</a:t>
            </a:r>
            <a:r>
              <a:rPr lang="en-GB" dirty="0"/>
              <a:t> Land, in </a:t>
            </a:r>
            <a:r>
              <a:rPr lang="en-GB" dirty="0" err="1"/>
              <a:t>dem</a:t>
            </a:r>
            <a:r>
              <a:rPr lang="en-GB" dirty="0"/>
              <a:t> </a:t>
            </a:r>
            <a:r>
              <a:rPr lang="en-GB" dirty="0" err="1"/>
              <a:t>einem</a:t>
            </a:r>
            <a:r>
              <a:rPr lang="en-GB" dirty="0"/>
              <a:t> </a:t>
            </a:r>
            <a:r>
              <a:rPr lang="en-GB" dirty="0" err="1"/>
              <a:t>gebratene</a:t>
            </a:r>
            <a:r>
              <a:rPr lang="en-GB" dirty="0"/>
              <a:t> </a:t>
            </a:r>
            <a:r>
              <a:rPr lang="en-GB" dirty="0" err="1"/>
              <a:t>Satzteile</a:t>
            </a:r>
            <a:r>
              <a:rPr lang="en-GB" dirty="0"/>
              <a:t> in den </a:t>
            </a:r>
            <a:r>
              <a:rPr lang="en-GB" dirty="0" err="1"/>
              <a:t>Mund</a:t>
            </a:r>
            <a:r>
              <a:rPr lang="en-GB" dirty="0"/>
              <a:t> </a:t>
            </a:r>
            <a:r>
              <a:rPr lang="en-GB" dirty="0" err="1"/>
              <a:t>fliegen</a:t>
            </a:r>
            <a:r>
              <a:rPr lang="en-GB" dirty="0"/>
              <a:t>.</a:t>
            </a:r>
          </a:p>
          <a:p>
            <a:pPr lvl="2"/>
            <a:r>
              <a:rPr lang="en-GB" dirty="0" err="1"/>
              <a:t>Nicht</a:t>
            </a:r>
            <a:r>
              <a:rPr lang="en-GB" dirty="0"/>
              <a:t> </a:t>
            </a:r>
            <a:r>
              <a:rPr lang="en-GB" dirty="0" err="1"/>
              <a:t>einmal</a:t>
            </a:r>
            <a:r>
              <a:rPr lang="en-GB" dirty="0"/>
              <a:t> von der </a:t>
            </a:r>
            <a:r>
              <a:rPr lang="en-GB" dirty="0" err="1"/>
              <a:t>allmächtigen</a:t>
            </a:r>
            <a:r>
              <a:rPr lang="en-GB" dirty="0"/>
              <a:t> </a:t>
            </a:r>
            <a:r>
              <a:rPr lang="en-GB" dirty="0" err="1"/>
              <a:t>Interpunktion</a:t>
            </a:r>
            <a:r>
              <a:rPr lang="en-GB" dirty="0"/>
              <a:t> </a:t>
            </a:r>
            <a:r>
              <a:rPr lang="en-GB" dirty="0" err="1"/>
              <a:t>werden</a:t>
            </a:r>
            <a:r>
              <a:rPr lang="en-GB" dirty="0"/>
              <a:t> die </a:t>
            </a:r>
            <a:r>
              <a:rPr lang="en-GB" dirty="0" err="1"/>
              <a:t>Blindtexte</a:t>
            </a:r>
            <a:r>
              <a:rPr lang="en-GB" dirty="0"/>
              <a:t> </a:t>
            </a:r>
            <a:r>
              <a:rPr lang="en-GB" dirty="0" err="1"/>
              <a:t>beherrscht</a:t>
            </a:r>
            <a:r>
              <a:rPr lang="en-GB" dirty="0"/>
              <a:t> – </a:t>
            </a:r>
            <a:r>
              <a:rPr lang="en-GB" dirty="0" err="1"/>
              <a:t>ein</a:t>
            </a:r>
            <a:r>
              <a:rPr lang="en-GB" dirty="0"/>
              <a:t> </a:t>
            </a:r>
            <a:r>
              <a:rPr lang="en-GB" dirty="0" err="1"/>
              <a:t>geradezu</a:t>
            </a:r>
            <a:r>
              <a:rPr lang="en-GB" dirty="0"/>
              <a:t> </a:t>
            </a:r>
            <a:r>
              <a:rPr lang="en-GB" dirty="0" err="1"/>
              <a:t>unorthographisches</a:t>
            </a:r>
            <a:r>
              <a:rPr lang="en-GB" dirty="0"/>
              <a:t> Leben.</a:t>
            </a:r>
          </a:p>
          <a:p>
            <a:pPr lvl="1"/>
            <a:r>
              <a:rPr lang="en-GB" dirty="0" err="1"/>
              <a:t>Manchmal</a:t>
            </a:r>
            <a:r>
              <a:rPr lang="en-GB" dirty="0"/>
              <a:t> </a:t>
            </a:r>
            <a:r>
              <a:rPr lang="en-GB" dirty="0" err="1"/>
              <a:t>benutzt</a:t>
            </a:r>
            <a:r>
              <a:rPr lang="en-GB" dirty="0"/>
              <a:t> man </a:t>
            </a:r>
            <a:r>
              <a:rPr lang="en-GB" dirty="0" err="1"/>
              <a:t>Worte</a:t>
            </a:r>
            <a:r>
              <a:rPr lang="en-GB" dirty="0"/>
              <a:t> </a:t>
            </a:r>
            <a:r>
              <a:rPr lang="en-GB" dirty="0" err="1"/>
              <a:t>wie</a:t>
            </a:r>
            <a:r>
              <a:rPr lang="en-GB" dirty="0"/>
              <a:t> </a:t>
            </a:r>
            <a:r>
              <a:rPr lang="en-GB" dirty="0" err="1"/>
              <a:t>Hamburgefonts</a:t>
            </a:r>
            <a:r>
              <a:rPr lang="en-GB" dirty="0"/>
              <a:t>, </a:t>
            </a:r>
            <a:r>
              <a:rPr lang="en-GB" dirty="0" err="1"/>
              <a:t>Rafgenduks</a:t>
            </a:r>
            <a:r>
              <a:rPr lang="en-GB" dirty="0"/>
              <a:t> </a:t>
            </a:r>
            <a:r>
              <a:rPr lang="en-GB" dirty="0" err="1"/>
              <a:t>oder</a:t>
            </a:r>
            <a:r>
              <a:rPr lang="en-GB" dirty="0"/>
              <a:t> </a:t>
            </a:r>
            <a:r>
              <a:rPr lang="en-GB" dirty="0" err="1"/>
              <a:t>Handgloves</a:t>
            </a:r>
            <a:r>
              <a:rPr lang="en-GB" dirty="0"/>
              <a:t>, um </a:t>
            </a:r>
            <a:r>
              <a:rPr lang="en-GB" dirty="0" err="1"/>
              <a:t>Schriften</a:t>
            </a:r>
            <a:r>
              <a:rPr lang="en-GB" dirty="0"/>
              <a:t> </a:t>
            </a:r>
            <a:r>
              <a:rPr lang="en-GB" dirty="0" err="1"/>
              <a:t>zu</a:t>
            </a:r>
            <a:r>
              <a:rPr lang="en-GB" dirty="0"/>
              <a:t> </a:t>
            </a:r>
            <a:r>
              <a:rPr lang="en-GB" dirty="0" err="1"/>
              <a:t>testen</a:t>
            </a:r>
            <a:r>
              <a:rPr lang="en-GB" dirty="0"/>
              <a:t>.</a:t>
            </a:r>
          </a:p>
          <a:p>
            <a:r>
              <a:rPr lang="en-GB" dirty="0" err="1"/>
              <a:t>Weit</a:t>
            </a:r>
            <a:r>
              <a:rPr lang="en-GB" dirty="0"/>
              <a:t> </a:t>
            </a:r>
            <a:r>
              <a:rPr lang="en-GB" dirty="0" err="1"/>
              <a:t>hinten</a:t>
            </a:r>
            <a:r>
              <a:rPr lang="en-GB" dirty="0"/>
              <a:t>, </a:t>
            </a:r>
            <a:r>
              <a:rPr lang="en-GB" dirty="0" err="1"/>
              <a:t>hinter</a:t>
            </a:r>
            <a:r>
              <a:rPr lang="en-GB" dirty="0"/>
              <a:t> den </a:t>
            </a:r>
            <a:r>
              <a:rPr lang="en-GB" dirty="0" err="1"/>
              <a:t>Wortbergen</a:t>
            </a:r>
            <a:r>
              <a:rPr lang="en-GB" dirty="0"/>
              <a:t>, fern der Länder </a:t>
            </a:r>
            <a:r>
              <a:rPr lang="en-GB" dirty="0" err="1"/>
              <a:t>Vokalien</a:t>
            </a:r>
            <a:r>
              <a:rPr lang="en-GB" dirty="0"/>
              <a:t> und </a:t>
            </a:r>
            <a:r>
              <a:rPr lang="en-GB" dirty="0" err="1"/>
              <a:t>Konsonantien</a:t>
            </a:r>
            <a:r>
              <a:rPr lang="en-GB" dirty="0"/>
              <a:t> </a:t>
            </a:r>
            <a:r>
              <a:rPr lang="en-GB" dirty="0" err="1"/>
              <a:t>leben</a:t>
            </a:r>
            <a:r>
              <a:rPr lang="en-GB" dirty="0"/>
              <a:t> die </a:t>
            </a:r>
            <a:r>
              <a:rPr lang="en-GB" dirty="0" err="1"/>
              <a:t>Blindtexte</a:t>
            </a:r>
            <a:r>
              <a:rPr lang="en-GB" dirty="0"/>
              <a:t>.</a:t>
            </a:r>
          </a:p>
          <a:p>
            <a:pPr marL="0" indent="0">
              <a:buNone/>
            </a:pPr>
            <a:endParaRPr lang="en-GB" dirty="0"/>
          </a:p>
        </p:txBody>
      </p:sp>
      <p:sp>
        <p:nvSpPr>
          <p:cNvPr id="4" name="Fußzeilenplatzhalter 3"/>
          <p:cNvSpPr>
            <a:spLocks noGrp="1"/>
          </p:cNvSpPr>
          <p:nvPr>
            <p:ph type="ftr" sz="quarter" idx="11"/>
          </p:nvPr>
        </p:nvSpPr>
        <p:spPr/>
        <p:txBody>
          <a:bodyPr/>
          <a:lstStyle/>
          <a:p>
            <a:r>
              <a:rPr lang="en-GB" dirty="0"/>
              <a:t>Sample Footer</a:t>
            </a:r>
          </a:p>
        </p:txBody>
      </p:sp>
      <p:sp>
        <p:nvSpPr>
          <p:cNvPr id="5" name="Foliennummernplatzhalter 4"/>
          <p:cNvSpPr>
            <a:spLocks noGrp="1"/>
          </p:cNvSpPr>
          <p:nvPr>
            <p:ph type="sldNum" sz="quarter" idx="12"/>
          </p:nvPr>
        </p:nvSpPr>
        <p:spPr/>
        <p:txBody>
          <a:bodyPr/>
          <a:lstStyle/>
          <a:p>
            <a:r>
              <a:rPr lang="en-GB" dirty="0"/>
              <a:t>Page </a:t>
            </a:r>
            <a:fld id="{941D2295-CC7E-4B5B-BFD3-593FD9D32866}" type="slidenum">
              <a:rPr lang="en-GB" smtClean="0"/>
              <a:pPr/>
              <a:t>15</a:t>
            </a:fld>
            <a:endParaRPr lang="en-GB" dirty="0"/>
          </a:p>
        </p:txBody>
      </p:sp>
      <p:sp>
        <p:nvSpPr>
          <p:cNvPr id="7" name="Titel 6"/>
          <p:cNvSpPr>
            <a:spLocks noGrp="1"/>
          </p:cNvSpPr>
          <p:nvPr>
            <p:ph type="title"/>
          </p:nvPr>
        </p:nvSpPr>
        <p:spPr/>
        <p:txBody>
          <a:bodyPr>
            <a:normAutofit/>
          </a:bodyPr>
          <a:lstStyle/>
          <a:p>
            <a:r>
              <a:rPr lang="en-GB" dirty="0"/>
              <a:t>Layout „</a:t>
            </a:r>
            <a:r>
              <a:rPr lang="en-GB" dirty="0" err="1"/>
              <a:t>Titel</a:t>
            </a:r>
            <a:r>
              <a:rPr lang="en-GB" dirty="0"/>
              <a:t> und </a:t>
            </a:r>
            <a:r>
              <a:rPr lang="en-GB" dirty="0" err="1"/>
              <a:t>Inhalt</a:t>
            </a:r>
            <a:r>
              <a:rPr lang="en-GB" dirty="0"/>
              <a:t>“ for title and content – font Georgia 24 pt</a:t>
            </a:r>
          </a:p>
        </p:txBody>
      </p:sp>
    </p:spTree>
    <p:extLst>
      <p:ext uri="{BB962C8B-B14F-4D97-AF65-F5344CB8AC3E}">
        <p14:creationId xmlns:p14="http://schemas.microsoft.com/office/powerpoint/2010/main" val="230980649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3"/>
          <p:cNvSpPr>
            <a:spLocks noGrp="1"/>
          </p:cNvSpPr>
          <p:nvPr>
            <p:ph sz="quarter" idx="10"/>
          </p:nvPr>
        </p:nvSpPr>
        <p:spPr/>
        <p:txBody>
          <a:bodyPr/>
          <a:lstStyle/>
          <a:p>
            <a:endParaRPr lang="en-GB" dirty="0"/>
          </a:p>
        </p:txBody>
      </p:sp>
      <p:sp>
        <p:nvSpPr>
          <p:cNvPr id="2" name="Titel 1"/>
          <p:cNvSpPr>
            <a:spLocks noGrp="1"/>
          </p:cNvSpPr>
          <p:nvPr>
            <p:ph type="title"/>
          </p:nvPr>
        </p:nvSpPr>
        <p:spPr/>
        <p:txBody>
          <a:bodyPr>
            <a:normAutofit/>
          </a:bodyPr>
          <a:lstStyle/>
          <a:p>
            <a:r>
              <a:rPr lang="en-GB" dirty="0"/>
              <a:t>Layout without footer for large graphics, tables or charts</a:t>
            </a:r>
          </a:p>
        </p:txBody>
      </p:sp>
    </p:spTree>
    <p:extLst>
      <p:ext uri="{BB962C8B-B14F-4D97-AF65-F5344CB8AC3E}">
        <p14:creationId xmlns:p14="http://schemas.microsoft.com/office/powerpoint/2010/main" val="93530606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Inhaltsplatzhalter 9"/>
          <p:cNvSpPr>
            <a:spLocks noGrp="1"/>
          </p:cNvSpPr>
          <p:nvPr>
            <p:ph sz="half" idx="1"/>
          </p:nvPr>
        </p:nvSpPr>
        <p:spPr/>
        <p:txBody>
          <a:bodyPr>
            <a:normAutofit/>
          </a:bodyPr>
          <a:lstStyle/>
          <a:p>
            <a:r>
              <a:rPr lang="en-GB" dirty="0"/>
              <a:t>Sample text: Dies </a:t>
            </a:r>
            <a:r>
              <a:rPr lang="en-GB" dirty="0" err="1"/>
              <a:t>ist</a:t>
            </a:r>
            <a:r>
              <a:rPr lang="en-GB" dirty="0"/>
              <a:t> </a:t>
            </a:r>
            <a:r>
              <a:rPr lang="en-GB" dirty="0" err="1"/>
              <a:t>ein</a:t>
            </a:r>
            <a:r>
              <a:rPr lang="en-GB" dirty="0"/>
              <a:t> </a:t>
            </a:r>
            <a:r>
              <a:rPr lang="en-GB" dirty="0" err="1"/>
              <a:t>Typoblind</a:t>
            </a:r>
            <a:r>
              <a:rPr lang="en-GB" dirty="0"/>
              <a:t>-text. An </a:t>
            </a:r>
            <a:r>
              <a:rPr lang="en-GB" dirty="0" err="1"/>
              <a:t>ihm</a:t>
            </a:r>
            <a:r>
              <a:rPr lang="en-GB" dirty="0"/>
              <a:t> </a:t>
            </a:r>
            <a:r>
              <a:rPr lang="en-GB" dirty="0" err="1"/>
              <a:t>kann</a:t>
            </a:r>
            <a:r>
              <a:rPr lang="en-GB" dirty="0"/>
              <a:t> man </a:t>
            </a:r>
            <a:r>
              <a:rPr lang="en-GB" dirty="0" err="1"/>
              <a:t>sehen</a:t>
            </a:r>
            <a:r>
              <a:rPr lang="en-GB" dirty="0"/>
              <a:t>, </a:t>
            </a:r>
            <a:r>
              <a:rPr lang="en-GB" dirty="0" err="1"/>
              <a:t>ob</a:t>
            </a:r>
            <a:r>
              <a:rPr lang="en-GB" dirty="0"/>
              <a:t> </a:t>
            </a:r>
            <a:r>
              <a:rPr lang="en-GB" dirty="0" err="1"/>
              <a:t>alle</a:t>
            </a:r>
            <a:r>
              <a:rPr lang="en-GB" dirty="0"/>
              <a:t> </a:t>
            </a:r>
            <a:r>
              <a:rPr lang="en-GB" dirty="0" err="1"/>
              <a:t>Buchstaben</a:t>
            </a:r>
            <a:r>
              <a:rPr lang="en-GB" dirty="0"/>
              <a:t> da </a:t>
            </a:r>
            <a:r>
              <a:rPr lang="en-GB" dirty="0" err="1"/>
              <a:t>sind</a:t>
            </a:r>
            <a:r>
              <a:rPr lang="en-GB" dirty="0"/>
              <a:t> und </a:t>
            </a:r>
            <a:r>
              <a:rPr lang="en-GB" dirty="0" err="1"/>
              <a:t>wie</a:t>
            </a:r>
            <a:r>
              <a:rPr lang="en-GB" dirty="0"/>
              <a:t> </a:t>
            </a:r>
            <a:r>
              <a:rPr lang="en-GB" dirty="0" err="1"/>
              <a:t>sie</a:t>
            </a:r>
            <a:r>
              <a:rPr lang="en-GB" dirty="0"/>
              <a:t> </a:t>
            </a:r>
            <a:r>
              <a:rPr lang="en-GB" dirty="0" err="1"/>
              <a:t>aussehen</a:t>
            </a:r>
            <a:r>
              <a:rPr lang="en-GB" dirty="0"/>
              <a:t>. </a:t>
            </a:r>
          </a:p>
          <a:p>
            <a:r>
              <a:rPr lang="en-GB" dirty="0" err="1"/>
              <a:t>Manchmal</a:t>
            </a:r>
            <a:r>
              <a:rPr lang="en-GB" dirty="0"/>
              <a:t> </a:t>
            </a:r>
            <a:r>
              <a:rPr lang="en-GB" dirty="0" err="1"/>
              <a:t>benutzt</a:t>
            </a:r>
            <a:r>
              <a:rPr lang="en-GB" dirty="0"/>
              <a:t> man </a:t>
            </a:r>
            <a:r>
              <a:rPr lang="en-GB" dirty="0" err="1"/>
              <a:t>Worte</a:t>
            </a:r>
            <a:r>
              <a:rPr lang="en-GB" dirty="0"/>
              <a:t> </a:t>
            </a:r>
            <a:r>
              <a:rPr lang="en-GB" dirty="0" err="1"/>
              <a:t>wie</a:t>
            </a:r>
            <a:r>
              <a:rPr lang="en-GB" dirty="0"/>
              <a:t> </a:t>
            </a:r>
            <a:r>
              <a:rPr lang="en-GB" dirty="0" err="1"/>
              <a:t>Hamburgefonts</a:t>
            </a:r>
            <a:r>
              <a:rPr lang="en-GB" dirty="0"/>
              <a:t>, </a:t>
            </a:r>
            <a:r>
              <a:rPr lang="en-GB" dirty="0" err="1"/>
              <a:t>Rafgenduks</a:t>
            </a:r>
            <a:r>
              <a:rPr lang="en-GB" dirty="0"/>
              <a:t> </a:t>
            </a:r>
            <a:r>
              <a:rPr lang="en-GB" dirty="0" err="1"/>
              <a:t>oder</a:t>
            </a:r>
            <a:r>
              <a:rPr lang="en-GB" dirty="0"/>
              <a:t> </a:t>
            </a:r>
            <a:r>
              <a:rPr lang="en-GB" dirty="0" err="1"/>
              <a:t>Handgloves</a:t>
            </a:r>
            <a:r>
              <a:rPr lang="en-GB" dirty="0"/>
              <a:t>, um </a:t>
            </a:r>
            <a:r>
              <a:rPr lang="en-GB" dirty="0" err="1"/>
              <a:t>Schriften</a:t>
            </a:r>
            <a:r>
              <a:rPr lang="en-GB" dirty="0"/>
              <a:t> </a:t>
            </a:r>
            <a:r>
              <a:rPr lang="en-GB" dirty="0" err="1"/>
              <a:t>zu</a:t>
            </a:r>
            <a:r>
              <a:rPr lang="en-GB" dirty="0"/>
              <a:t> </a:t>
            </a:r>
            <a:r>
              <a:rPr lang="en-GB" dirty="0" err="1"/>
              <a:t>testen</a:t>
            </a:r>
            <a:r>
              <a:rPr lang="en-GB" dirty="0"/>
              <a:t>.</a:t>
            </a:r>
          </a:p>
          <a:p>
            <a:r>
              <a:rPr lang="en-GB" dirty="0" err="1"/>
              <a:t>Manchmal</a:t>
            </a:r>
            <a:r>
              <a:rPr lang="en-GB" dirty="0"/>
              <a:t> </a:t>
            </a:r>
            <a:r>
              <a:rPr lang="en-GB" dirty="0" err="1"/>
              <a:t>Sätze</a:t>
            </a:r>
            <a:r>
              <a:rPr lang="en-GB" dirty="0"/>
              <a:t>, die </a:t>
            </a:r>
            <a:r>
              <a:rPr lang="en-GB" dirty="0" err="1"/>
              <a:t>alle</a:t>
            </a:r>
            <a:r>
              <a:rPr lang="en-GB" dirty="0"/>
              <a:t> Buch-</a:t>
            </a:r>
            <a:r>
              <a:rPr lang="en-GB" dirty="0" err="1"/>
              <a:t>staben</a:t>
            </a:r>
            <a:r>
              <a:rPr lang="en-GB" dirty="0"/>
              <a:t> des Alphabets </a:t>
            </a:r>
            <a:r>
              <a:rPr lang="en-GB" dirty="0" err="1"/>
              <a:t>enthalten</a:t>
            </a:r>
            <a:r>
              <a:rPr lang="en-GB" dirty="0"/>
              <a:t> - man </a:t>
            </a:r>
            <a:r>
              <a:rPr lang="en-GB" dirty="0" err="1"/>
              <a:t>nennt</a:t>
            </a:r>
            <a:r>
              <a:rPr lang="en-GB" dirty="0"/>
              <a:t> </a:t>
            </a:r>
            <a:r>
              <a:rPr lang="en-GB" dirty="0" err="1"/>
              <a:t>diese</a:t>
            </a:r>
            <a:r>
              <a:rPr lang="en-GB" dirty="0"/>
              <a:t> </a:t>
            </a:r>
            <a:r>
              <a:rPr lang="en-GB" dirty="0" err="1"/>
              <a:t>Sätze</a:t>
            </a:r>
            <a:r>
              <a:rPr lang="en-GB" dirty="0"/>
              <a:t> »Pangrams«. </a:t>
            </a:r>
          </a:p>
        </p:txBody>
      </p:sp>
      <p:sp>
        <p:nvSpPr>
          <p:cNvPr id="11" name="Inhaltsplatzhalter 10"/>
          <p:cNvSpPr>
            <a:spLocks noGrp="1"/>
          </p:cNvSpPr>
          <p:nvPr>
            <p:ph sz="half" idx="2"/>
          </p:nvPr>
        </p:nvSpPr>
        <p:spPr/>
        <p:txBody>
          <a:bodyPr>
            <a:normAutofit/>
          </a:bodyPr>
          <a:lstStyle/>
          <a:p>
            <a:r>
              <a:rPr lang="en-GB" dirty="0"/>
              <a:t>Sample text: Dies </a:t>
            </a:r>
            <a:r>
              <a:rPr lang="en-GB" dirty="0" err="1"/>
              <a:t>ist</a:t>
            </a:r>
            <a:r>
              <a:rPr lang="en-GB" dirty="0"/>
              <a:t> </a:t>
            </a:r>
            <a:r>
              <a:rPr lang="en-GB" dirty="0" err="1"/>
              <a:t>ein</a:t>
            </a:r>
            <a:r>
              <a:rPr lang="en-GB" dirty="0"/>
              <a:t> </a:t>
            </a:r>
            <a:r>
              <a:rPr lang="en-GB" dirty="0" err="1"/>
              <a:t>Typoblind</a:t>
            </a:r>
            <a:r>
              <a:rPr lang="en-GB" dirty="0"/>
              <a:t>-text. An </a:t>
            </a:r>
            <a:r>
              <a:rPr lang="en-GB" dirty="0" err="1"/>
              <a:t>ihm</a:t>
            </a:r>
            <a:r>
              <a:rPr lang="en-GB" dirty="0"/>
              <a:t> </a:t>
            </a:r>
            <a:r>
              <a:rPr lang="en-GB" dirty="0" err="1"/>
              <a:t>kann</a:t>
            </a:r>
            <a:r>
              <a:rPr lang="en-GB" dirty="0"/>
              <a:t> man </a:t>
            </a:r>
            <a:r>
              <a:rPr lang="en-GB" dirty="0" err="1"/>
              <a:t>sehen</a:t>
            </a:r>
            <a:r>
              <a:rPr lang="en-GB" dirty="0"/>
              <a:t>, </a:t>
            </a:r>
            <a:r>
              <a:rPr lang="en-GB" dirty="0" err="1"/>
              <a:t>ob</a:t>
            </a:r>
            <a:r>
              <a:rPr lang="en-GB" dirty="0"/>
              <a:t> </a:t>
            </a:r>
            <a:r>
              <a:rPr lang="en-GB" dirty="0" err="1"/>
              <a:t>alle</a:t>
            </a:r>
            <a:r>
              <a:rPr lang="en-GB" dirty="0"/>
              <a:t> </a:t>
            </a:r>
            <a:r>
              <a:rPr lang="en-GB" dirty="0" err="1"/>
              <a:t>Buchstaben</a:t>
            </a:r>
            <a:r>
              <a:rPr lang="en-GB" dirty="0"/>
              <a:t> da </a:t>
            </a:r>
            <a:r>
              <a:rPr lang="en-GB" dirty="0" err="1"/>
              <a:t>sind</a:t>
            </a:r>
            <a:r>
              <a:rPr lang="en-GB" dirty="0"/>
              <a:t> und </a:t>
            </a:r>
            <a:r>
              <a:rPr lang="en-GB" dirty="0" err="1"/>
              <a:t>wie</a:t>
            </a:r>
            <a:r>
              <a:rPr lang="en-GB" dirty="0"/>
              <a:t> </a:t>
            </a:r>
            <a:r>
              <a:rPr lang="en-GB" dirty="0" err="1"/>
              <a:t>sie</a:t>
            </a:r>
            <a:r>
              <a:rPr lang="en-GB" dirty="0"/>
              <a:t> </a:t>
            </a:r>
            <a:r>
              <a:rPr lang="en-GB" dirty="0" err="1"/>
              <a:t>aussehen</a:t>
            </a:r>
            <a:r>
              <a:rPr lang="en-GB" dirty="0"/>
              <a:t>. </a:t>
            </a:r>
          </a:p>
          <a:p>
            <a:r>
              <a:rPr lang="en-GB" dirty="0" err="1"/>
              <a:t>Manchmal</a:t>
            </a:r>
            <a:r>
              <a:rPr lang="en-GB" dirty="0"/>
              <a:t> </a:t>
            </a:r>
            <a:r>
              <a:rPr lang="en-GB" dirty="0" err="1"/>
              <a:t>benutzt</a:t>
            </a:r>
            <a:r>
              <a:rPr lang="en-GB" dirty="0"/>
              <a:t> man </a:t>
            </a:r>
            <a:r>
              <a:rPr lang="en-GB" dirty="0" err="1"/>
              <a:t>Worte</a:t>
            </a:r>
            <a:r>
              <a:rPr lang="en-GB" dirty="0"/>
              <a:t> </a:t>
            </a:r>
            <a:r>
              <a:rPr lang="en-GB" dirty="0" err="1"/>
              <a:t>wie</a:t>
            </a:r>
            <a:r>
              <a:rPr lang="en-GB" dirty="0"/>
              <a:t> </a:t>
            </a:r>
            <a:r>
              <a:rPr lang="en-GB" dirty="0" err="1"/>
              <a:t>Hamburgefonts</a:t>
            </a:r>
            <a:r>
              <a:rPr lang="en-GB" dirty="0"/>
              <a:t>, </a:t>
            </a:r>
            <a:r>
              <a:rPr lang="en-GB" dirty="0" err="1"/>
              <a:t>Rafgenduks</a:t>
            </a:r>
            <a:r>
              <a:rPr lang="en-GB" dirty="0"/>
              <a:t> </a:t>
            </a:r>
            <a:r>
              <a:rPr lang="en-GB" dirty="0" err="1"/>
              <a:t>oder</a:t>
            </a:r>
            <a:r>
              <a:rPr lang="en-GB" dirty="0"/>
              <a:t> </a:t>
            </a:r>
            <a:r>
              <a:rPr lang="en-GB" dirty="0" err="1"/>
              <a:t>Handgloves</a:t>
            </a:r>
            <a:r>
              <a:rPr lang="en-GB" dirty="0"/>
              <a:t>, um </a:t>
            </a:r>
            <a:r>
              <a:rPr lang="en-GB" dirty="0" err="1"/>
              <a:t>Schriften</a:t>
            </a:r>
            <a:r>
              <a:rPr lang="en-GB" dirty="0"/>
              <a:t> </a:t>
            </a:r>
            <a:r>
              <a:rPr lang="en-GB" dirty="0" err="1"/>
              <a:t>zu</a:t>
            </a:r>
            <a:r>
              <a:rPr lang="en-GB" dirty="0"/>
              <a:t> </a:t>
            </a:r>
            <a:r>
              <a:rPr lang="en-GB" dirty="0" err="1"/>
              <a:t>testen</a:t>
            </a:r>
            <a:r>
              <a:rPr lang="en-GB" dirty="0"/>
              <a:t>.</a:t>
            </a:r>
          </a:p>
          <a:p>
            <a:r>
              <a:rPr lang="en-GB" dirty="0" err="1"/>
              <a:t>Manchmal</a:t>
            </a:r>
            <a:r>
              <a:rPr lang="en-GB" dirty="0"/>
              <a:t> </a:t>
            </a:r>
            <a:r>
              <a:rPr lang="en-GB" dirty="0" err="1"/>
              <a:t>Sätze</a:t>
            </a:r>
            <a:r>
              <a:rPr lang="en-GB" dirty="0"/>
              <a:t>, die </a:t>
            </a:r>
            <a:r>
              <a:rPr lang="en-GB" dirty="0" err="1"/>
              <a:t>alle</a:t>
            </a:r>
            <a:r>
              <a:rPr lang="en-GB" dirty="0"/>
              <a:t> Buch-</a:t>
            </a:r>
            <a:r>
              <a:rPr lang="en-GB" dirty="0" err="1"/>
              <a:t>staben</a:t>
            </a:r>
            <a:r>
              <a:rPr lang="en-GB" dirty="0"/>
              <a:t> des Alphabets </a:t>
            </a:r>
            <a:r>
              <a:rPr lang="en-GB" dirty="0" err="1"/>
              <a:t>enthalten</a:t>
            </a:r>
            <a:r>
              <a:rPr lang="en-GB" dirty="0"/>
              <a:t> - man </a:t>
            </a:r>
            <a:r>
              <a:rPr lang="en-GB" dirty="0" err="1"/>
              <a:t>nennt</a:t>
            </a:r>
            <a:r>
              <a:rPr lang="en-GB" dirty="0"/>
              <a:t> </a:t>
            </a:r>
            <a:r>
              <a:rPr lang="en-GB" dirty="0" err="1"/>
              <a:t>diese</a:t>
            </a:r>
            <a:r>
              <a:rPr lang="en-GB" dirty="0"/>
              <a:t> </a:t>
            </a:r>
            <a:r>
              <a:rPr lang="en-GB" dirty="0" err="1"/>
              <a:t>Sätze</a:t>
            </a:r>
            <a:r>
              <a:rPr lang="en-GB" dirty="0"/>
              <a:t> »Pangrams«. </a:t>
            </a:r>
          </a:p>
        </p:txBody>
      </p:sp>
      <p:sp>
        <p:nvSpPr>
          <p:cNvPr id="5" name="Fußzeilenplatzhalter 4"/>
          <p:cNvSpPr>
            <a:spLocks noGrp="1"/>
          </p:cNvSpPr>
          <p:nvPr>
            <p:ph type="ftr" sz="quarter" idx="11"/>
          </p:nvPr>
        </p:nvSpPr>
        <p:spPr/>
        <p:txBody>
          <a:bodyPr/>
          <a:lstStyle/>
          <a:p>
            <a:r>
              <a:rPr lang="en-GB" dirty="0"/>
              <a:t>Sample Footer</a:t>
            </a:r>
          </a:p>
        </p:txBody>
      </p:sp>
      <p:sp>
        <p:nvSpPr>
          <p:cNvPr id="6" name="Foliennummernplatzhalter 5"/>
          <p:cNvSpPr>
            <a:spLocks noGrp="1"/>
          </p:cNvSpPr>
          <p:nvPr>
            <p:ph type="sldNum" sz="quarter" idx="12"/>
          </p:nvPr>
        </p:nvSpPr>
        <p:spPr/>
        <p:txBody>
          <a:bodyPr/>
          <a:lstStyle/>
          <a:p>
            <a:r>
              <a:rPr lang="en-GB" dirty="0"/>
              <a:t>Page </a:t>
            </a:r>
            <a:fld id="{941D2295-CC7E-4B5B-BFD3-593FD9D32866}" type="slidenum">
              <a:rPr lang="en-GB" smtClean="0"/>
              <a:pPr/>
              <a:t>17</a:t>
            </a:fld>
            <a:endParaRPr lang="en-GB" dirty="0"/>
          </a:p>
        </p:txBody>
      </p:sp>
      <p:sp>
        <p:nvSpPr>
          <p:cNvPr id="9" name="Titel 8"/>
          <p:cNvSpPr>
            <a:spLocks noGrp="1"/>
          </p:cNvSpPr>
          <p:nvPr>
            <p:ph type="title"/>
          </p:nvPr>
        </p:nvSpPr>
        <p:spPr/>
        <p:txBody>
          <a:bodyPr/>
          <a:lstStyle/>
          <a:p>
            <a:r>
              <a:rPr lang="en-GB" dirty="0"/>
              <a:t>Layout “</a:t>
            </a:r>
            <a:r>
              <a:rPr lang="en-GB" dirty="0" err="1"/>
              <a:t>Zwei</a:t>
            </a:r>
            <a:r>
              <a:rPr lang="en-GB" dirty="0"/>
              <a:t> </a:t>
            </a:r>
            <a:r>
              <a:rPr lang="en-GB" dirty="0" err="1"/>
              <a:t>Inhalte</a:t>
            </a:r>
            <a:r>
              <a:rPr lang="en-GB" dirty="0"/>
              <a:t>” with two placeholders for different content types</a:t>
            </a:r>
          </a:p>
        </p:txBody>
      </p:sp>
    </p:spTree>
    <p:extLst>
      <p:ext uri="{BB962C8B-B14F-4D97-AF65-F5344CB8AC3E}">
        <p14:creationId xmlns:p14="http://schemas.microsoft.com/office/powerpoint/2010/main" val="385280268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nhaltsplatzhalter 6"/>
          <p:cNvSpPr>
            <a:spLocks noGrp="1"/>
          </p:cNvSpPr>
          <p:nvPr>
            <p:ph sz="half" idx="1"/>
          </p:nvPr>
        </p:nvSpPr>
        <p:spPr/>
        <p:txBody>
          <a:bodyPr/>
          <a:lstStyle/>
          <a:p>
            <a:r>
              <a:rPr lang="en-GB" dirty="0"/>
              <a:t>Sample text: Dies </a:t>
            </a:r>
            <a:r>
              <a:rPr lang="en-GB" dirty="0" err="1"/>
              <a:t>ist</a:t>
            </a:r>
            <a:r>
              <a:rPr lang="en-GB" dirty="0"/>
              <a:t> </a:t>
            </a:r>
            <a:r>
              <a:rPr lang="en-GB" dirty="0" err="1"/>
              <a:t>ein</a:t>
            </a:r>
            <a:r>
              <a:rPr lang="en-GB" dirty="0"/>
              <a:t> </a:t>
            </a:r>
            <a:r>
              <a:rPr lang="en-GB" dirty="0" err="1"/>
              <a:t>Typoblind</a:t>
            </a:r>
            <a:r>
              <a:rPr lang="en-GB" dirty="0"/>
              <a:t>-text. An </a:t>
            </a:r>
            <a:r>
              <a:rPr lang="en-GB" dirty="0" err="1"/>
              <a:t>ihm</a:t>
            </a:r>
            <a:r>
              <a:rPr lang="en-GB" dirty="0"/>
              <a:t> </a:t>
            </a:r>
            <a:r>
              <a:rPr lang="en-GB" dirty="0" err="1"/>
              <a:t>kann</a:t>
            </a:r>
            <a:r>
              <a:rPr lang="en-GB" dirty="0"/>
              <a:t> man </a:t>
            </a:r>
            <a:r>
              <a:rPr lang="en-GB" dirty="0" err="1"/>
              <a:t>sehen</a:t>
            </a:r>
            <a:r>
              <a:rPr lang="en-GB" dirty="0"/>
              <a:t>, </a:t>
            </a:r>
            <a:r>
              <a:rPr lang="en-GB" dirty="0" err="1"/>
              <a:t>ob</a:t>
            </a:r>
            <a:r>
              <a:rPr lang="en-GB" dirty="0"/>
              <a:t> </a:t>
            </a:r>
            <a:r>
              <a:rPr lang="en-GB" dirty="0" err="1"/>
              <a:t>alle</a:t>
            </a:r>
            <a:r>
              <a:rPr lang="en-GB" dirty="0"/>
              <a:t> </a:t>
            </a:r>
            <a:r>
              <a:rPr lang="en-GB" dirty="0" err="1"/>
              <a:t>Buchstaben</a:t>
            </a:r>
            <a:r>
              <a:rPr lang="en-GB" dirty="0"/>
              <a:t> da </a:t>
            </a:r>
            <a:r>
              <a:rPr lang="en-GB" dirty="0" err="1"/>
              <a:t>sind</a:t>
            </a:r>
            <a:r>
              <a:rPr lang="en-GB" dirty="0"/>
              <a:t> und </a:t>
            </a:r>
            <a:r>
              <a:rPr lang="en-GB" dirty="0" err="1"/>
              <a:t>wie</a:t>
            </a:r>
            <a:r>
              <a:rPr lang="en-GB" dirty="0"/>
              <a:t> </a:t>
            </a:r>
            <a:r>
              <a:rPr lang="en-GB" dirty="0" err="1"/>
              <a:t>sie</a:t>
            </a:r>
            <a:r>
              <a:rPr lang="en-GB" dirty="0"/>
              <a:t> </a:t>
            </a:r>
            <a:r>
              <a:rPr lang="en-GB" dirty="0" err="1"/>
              <a:t>aussehen</a:t>
            </a:r>
            <a:r>
              <a:rPr lang="en-GB" dirty="0"/>
              <a:t>. </a:t>
            </a:r>
          </a:p>
          <a:p>
            <a:r>
              <a:rPr lang="en-GB" dirty="0" err="1"/>
              <a:t>Manchmal</a:t>
            </a:r>
            <a:r>
              <a:rPr lang="en-GB" dirty="0"/>
              <a:t> </a:t>
            </a:r>
            <a:r>
              <a:rPr lang="en-GB" dirty="0" err="1"/>
              <a:t>benutzt</a:t>
            </a:r>
            <a:r>
              <a:rPr lang="en-GB" dirty="0"/>
              <a:t> man </a:t>
            </a:r>
            <a:r>
              <a:rPr lang="en-GB" dirty="0" err="1"/>
              <a:t>Worte</a:t>
            </a:r>
            <a:r>
              <a:rPr lang="en-GB" dirty="0"/>
              <a:t> </a:t>
            </a:r>
            <a:r>
              <a:rPr lang="en-GB" dirty="0" err="1"/>
              <a:t>wie</a:t>
            </a:r>
            <a:r>
              <a:rPr lang="en-GB" dirty="0"/>
              <a:t> </a:t>
            </a:r>
            <a:r>
              <a:rPr lang="en-GB" dirty="0" err="1"/>
              <a:t>Hamburgefonts</a:t>
            </a:r>
            <a:r>
              <a:rPr lang="en-GB" dirty="0"/>
              <a:t>, </a:t>
            </a:r>
            <a:r>
              <a:rPr lang="en-GB" dirty="0" err="1"/>
              <a:t>Rafgenduks</a:t>
            </a:r>
            <a:r>
              <a:rPr lang="en-GB" dirty="0"/>
              <a:t> </a:t>
            </a:r>
            <a:r>
              <a:rPr lang="en-GB" dirty="0" err="1"/>
              <a:t>oder</a:t>
            </a:r>
            <a:r>
              <a:rPr lang="en-GB" dirty="0"/>
              <a:t> </a:t>
            </a:r>
            <a:r>
              <a:rPr lang="en-GB" dirty="0" err="1"/>
              <a:t>Handgloves</a:t>
            </a:r>
            <a:r>
              <a:rPr lang="en-GB" dirty="0"/>
              <a:t>, um </a:t>
            </a:r>
            <a:r>
              <a:rPr lang="en-GB" dirty="0" err="1"/>
              <a:t>Schriften</a:t>
            </a:r>
            <a:r>
              <a:rPr lang="en-GB" dirty="0"/>
              <a:t> </a:t>
            </a:r>
            <a:r>
              <a:rPr lang="en-GB" dirty="0" err="1"/>
              <a:t>zu</a:t>
            </a:r>
            <a:r>
              <a:rPr lang="en-GB" dirty="0"/>
              <a:t> </a:t>
            </a:r>
            <a:r>
              <a:rPr lang="en-GB" dirty="0" err="1"/>
              <a:t>testen</a:t>
            </a:r>
            <a:r>
              <a:rPr lang="en-GB" dirty="0"/>
              <a:t>.</a:t>
            </a:r>
          </a:p>
          <a:p>
            <a:r>
              <a:rPr lang="en-GB" dirty="0" err="1"/>
              <a:t>Manchmal</a:t>
            </a:r>
            <a:r>
              <a:rPr lang="en-GB" dirty="0"/>
              <a:t> </a:t>
            </a:r>
            <a:r>
              <a:rPr lang="en-GB" dirty="0" err="1"/>
              <a:t>Sätze</a:t>
            </a:r>
            <a:r>
              <a:rPr lang="en-GB" dirty="0"/>
              <a:t>, die </a:t>
            </a:r>
            <a:r>
              <a:rPr lang="en-GB" dirty="0" err="1"/>
              <a:t>alle</a:t>
            </a:r>
            <a:r>
              <a:rPr lang="en-GB" dirty="0"/>
              <a:t> Buch-</a:t>
            </a:r>
            <a:r>
              <a:rPr lang="en-GB" dirty="0" err="1"/>
              <a:t>staben</a:t>
            </a:r>
            <a:r>
              <a:rPr lang="en-GB" dirty="0"/>
              <a:t> des Alphabets </a:t>
            </a:r>
            <a:r>
              <a:rPr lang="en-GB" dirty="0" err="1"/>
              <a:t>enthalten</a:t>
            </a:r>
            <a:r>
              <a:rPr lang="en-GB" dirty="0"/>
              <a:t> - man </a:t>
            </a:r>
            <a:r>
              <a:rPr lang="en-GB" dirty="0" err="1"/>
              <a:t>nennt</a:t>
            </a:r>
            <a:r>
              <a:rPr lang="en-GB" dirty="0"/>
              <a:t> </a:t>
            </a:r>
            <a:r>
              <a:rPr lang="en-GB" dirty="0" err="1"/>
              <a:t>diese</a:t>
            </a:r>
            <a:r>
              <a:rPr lang="en-GB" dirty="0"/>
              <a:t> </a:t>
            </a:r>
            <a:r>
              <a:rPr lang="en-GB" dirty="0" err="1"/>
              <a:t>Sätze</a:t>
            </a:r>
            <a:r>
              <a:rPr lang="en-GB" dirty="0"/>
              <a:t> »Pan-grams«. </a:t>
            </a:r>
          </a:p>
        </p:txBody>
      </p:sp>
      <p:sp>
        <p:nvSpPr>
          <p:cNvPr id="8" name="Inhaltsplatzhalter 7"/>
          <p:cNvSpPr>
            <a:spLocks noGrp="1"/>
          </p:cNvSpPr>
          <p:nvPr>
            <p:ph sz="half" idx="2"/>
          </p:nvPr>
        </p:nvSpPr>
        <p:spPr/>
        <p:txBody>
          <a:bodyPr/>
          <a:lstStyle/>
          <a:p>
            <a:r>
              <a:rPr lang="en-GB" dirty="0"/>
              <a:t>Sample text: Dies </a:t>
            </a:r>
            <a:r>
              <a:rPr lang="en-GB" dirty="0" err="1"/>
              <a:t>ist</a:t>
            </a:r>
            <a:r>
              <a:rPr lang="en-GB" dirty="0"/>
              <a:t> </a:t>
            </a:r>
            <a:r>
              <a:rPr lang="en-GB" dirty="0" err="1"/>
              <a:t>ein</a:t>
            </a:r>
            <a:r>
              <a:rPr lang="en-GB" dirty="0"/>
              <a:t> </a:t>
            </a:r>
            <a:r>
              <a:rPr lang="en-GB" dirty="0" err="1"/>
              <a:t>Typoblind</a:t>
            </a:r>
            <a:r>
              <a:rPr lang="en-GB" dirty="0"/>
              <a:t>-text. An </a:t>
            </a:r>
            <a:r>
              <a:rPr lang="en-GB" dirty="0" err="1"/>
              <a:t>ihm</a:t>
            </a:r>
            <a:r>
              <a:rPr lang="en-GB" dirty="0"/>
              <a:t> </a:t>
            </a:r>
            <a:r>
              <a:rPr lang="en-GB" dirty="0" err="1"/>
              <a:t>kann</a:t>
            </a:r>
            <a:r>
              <a:rPr lang="en-GB" dirty="0"/>
              <a:t> man </a:t>
            </a:r>
            <a:r>
              <a:rPr lang="en-GB" dirty="0" err="1"/>
              <a:t>sehen</a:t>
            </a:r>
            <a:r>
              <a:rPr lang="en-GB" dirty="0"/>
              <a:t>, </a:t>
            </a:r>
            <a:r>
              <a:rPr lang="en-GB" dirty="0" err="1"/>
              <a:t>ob</a:t>
            </a:r>
            <a:r>
              <a:rPr lang="en-GB" dirty="0"/>
              <a:t> </a:t>
            </a:r>
            <a:r>
              <a:rPr lang="en-GB" dirty="0" err="1"/>
              <a:t>alle</a:t>
            </a:r>
            <a:r>
              <a:rPr lang="en-GB" dirty="0"/>
              <a:t> </a:t>
            </a:r>
            <a:r>
              <a:rPr lang="en-GB" dirty="0" err="1"/>
              <a:t>Buchstaben</a:t>
            </a:r>
            <a:r>
              <a:rPr lang="en-GB" dirty="0"/>
              <a:t> da </a:t>
            </a:r>
            <a:r>
              <a:rPr lang="en-GB" dirty="0" err="1"/>
              <a:t>sind</a:t>
            </a:r>
            <a:r>
              <a:rPr lang="en-GB" dirty="0"/>
              <a:t> und </a:t>
            </a:r>
            <a:r>
              <a:rPr lang="en-GB" dirty="0" err="1"/>
              <a:t>wie</a:t>
            </a:r>
            <a:r>
              <a:rPr lang="en-GB" dirty="0"/>
              <a:t> </a:t>
            </a:r>
            <a:r>
              <a:rPr lang="en-GB" dirty="0" err="1"/>
              <a:t>sie</a:t>
            </a:r>
            <a:r>
              <a:rPr lang="en-GB" dirty="0"/>
              <a:t> </a:t>
            </a:r>
            <a:r>
              <a:rPr lang="en-GB" dirty="0" err="1"/>
              <a:t>aussehen</a:t>
            </a:r>
            <a:r>
              <a:rPr lang="en-GB" dirty="0"/>
              <a:t>. </a:t>
            </a:r>
          </a:p>
          <a:p>
            <a:r>
              <a:rPr lang="en-GB" dirty="0" err="1"/>
              <a:t>Manchmal</a:t>
            </a:r>
            <a:r>
              <a:rPr lang="en-GB" dirty="0"/>
              <a:t> </a:t>
            </a:r>
            <a:r>
              <a:rPr lang="en-GB" dirty="0" err="1"/>
              <a:t>benutzt</a:t>
            </a:r>
            <a:r>
              <a:rPr lang="en-GB" dirty="0"/>
              <a:t> man </a:t>
            </a:r>
            <a:r>
              <a:rPr lang="en-GB" dirty="0" err="1"/>
              <a:t>Worte</a:t>
            </a:r>
            <a:r>
              <a:rPr lang="en-GB" dirty="0"/>
              <a:t> </a:t>
            </a:r>
            <a:r>
              <a:rPr lang="en-GB" dirty="0" err="1"/>
              <a:t>wie</a:t>
            </a:r>
            <a:r>
              <a:rPr lang="en-GB" dirty="0"/>
              <a:t> </a:t>
            </a:r>
            <a:r>
              <a:rPr lang="en-GB" dirty="0" err="1"/>
              <a:t>Hamburgefonts</a:t>
            </a:r>
            <a:r>
              <a:rPr lang="en-GB" dirty="0"/>
              <a:t>, </a:t>
            </a:r>
            <a:r>
              <a:rPr lang="en-GB" dirty="0" err="1"/>
              <a:t>Rafgenduks</a:t>
            </a:r>
            <a:r>
              <a:rPr lang="en-GB" dirty="0"/>
              <a:t> </a:t>
            </a:r>
            <a:r>
              <a:rPr lang="en-GB" dirty="0" err="1"/>
              <a:t>oder</a:t>
            </a:r>
            <a:r>
              <a:rPr lang="en-GB" dirty="0"/>
              <a:t> </a:t>
            </a:r>
            <a:r>
              <a:rPr lang="en-GB" dirty="0" err="1"/>
              <a:t>Handgloves</a:t>
            </a:r>
            <a:r>
              <a:rPr lang="en-GB" dirty="0"/>
              <a:t>, um </a:t>
            </a:r>
            <a:r>
              <a:rPr lang="en-GB" dirty="0" err="1"/>
              <a:t>Schriften</a:t>
            </a:r>
            <a:r>
              <a:rPr lang="en-GB" dirty="0"/>
              <a:t> </a:t>
            </a:r>
            <a:r>
              <a:rPr lang="en-GB" dirty="0" err="1"/>
              <a:t>zu</a:t>
            </a:r>
            <a:r>
              <a:rPr lang="en-GB" dirty="0"/>
              <a:t> </a:t>
            </a:r>
            <a:r>
              <a:rPr lang="en-GB" dirty="0" err="1"/>
              <a:t>testen</a:t>
            </a:r>
            <a:r>
              <a:rPr lang="en-GB" dirty="0"/>
              <a:t>.</a:t>
            </a:r>
          </a:p>
          <a:p>
            <a:r>
              <a:rPr lang="en-GB" dirty="0" err="1"/>
              <a:t>Manchmal</a:t>
            </a:r>
            <a:r>
              <a:rPr lang="en-GB" dirty="0"/>
              <a:t> </a:t>
            </a:r>
            <a:r>
              <a:rPr lang="en-GB" dirty="0" err="1"/>
              <a:t>Sätze</a:t>
            </a:r>
            <a:r>
              <a:rPr lang="en-GB" dirty="0"/>
              <a:t>, die </a:t>
            </a:r>
            <a:r>
              <a:rPr lang="en-GB" dirty="0" err="1"/>
              <a:t>alle</a:t>
            </a:r>
            <a:r>
              <a:rPr lang="en-GB" dirty="0"/>
              <a:t> Buch-</a:t>
            </a:r>
            <a:r>
              <a:rPr lang="en-GB" dirty="0" err="1"/>
              <a:t>staben</a:t>
            </a:r>
            <a:r>
              <a:rPr lang="en-GB" dirty="0"/>
              <a:t> des Alphabets </a:t>
            </a:r>
            <a:r>
              <a:rPr lang="en-GB" dirty="0" err="1"/>
              <a:t>enthalten</a:t>
            </a:r>
            <a:r>
              <a:rPr lang="en-GB" dirty="0"/>
              <a:t> - man </a:t>
            </a:r>
            <a:r>
              <a:rPr lang="en-GB" dirty="0" err="1"/>
              <a:t>nennt</a:t>
            </a:r>
            <a:r>
              <a:rPr lang="en-GB" dirty="0"/>
              <a:t> </a:t>
            </a:r>
            <a:r>
              <a:rPr lang="en-GB" dirty="0" err="1"/>
              <a:t>diese</a:t>
            </a:r>
            <a:r>
              <a:rPr lang="en-GB" dirty="0"/>
              <a:t> </a:t>
            </a:r>
            <a:r>
              <a:rPr lang="en-GB" dirty="0" err="1"/>
              <a:t>Sätze</a:t>
            </a:r>
            <a:r>
              <a:rPr lang="en-GB" dirty="0"/>
              <a:t> »Pan-grams«. </a:t>
            </a:r>
          </a:p>
        </p:txBody>
      </p:sp>
      <p:sp>
        <p:nvSpPr>
          <p:cNvPr id="4" name="Textplatzhalter 3"/>
          <p:cNvSpPr>
            <a:spLocks noGrp="1"/>
          </p:cNvSpPr>
          <p:nvPr>
            <p:ph type="body" idx="13"/>
          </p:nvPr>
        </p:nvSpPr>
        <p:spPr/>
        <p:txBody>
          <a:bodyPr/>
          <a:lstStyle/>
          <a:p>
            <a:r>
              <a:rPr lang="en-GB" dirty="0"/>
              <a:t>Advantages</a:t>
            </a:r>
          </a:p>
        </p:txBody>
      </p:sp>
      <p:sp>
        <p:nvSpPr>
          <p:cNvPr id="5" name="Fußzeilenplatzhalter 4"/>
          <p:cNvSpPr>
            <a:spLocks noGrp="1"/>
          </p:cNvSpPr>
          <p:nvPr>
            <p:ph type="ftr" sz="quarter" idx="15"/>
          </p:nvPr>
        </p:nvSpPr>
        <p:spPr/>
        <p:txBody>
          <a:bodyPr/>
          <a:lstStyle/>
          <a:p>
            <a:r>
              <a:rPr lang="en-GB" dirty="0"/>
              <a:t>Sample Footer</a:t>
            </a:r>
          </a:p>
        </p:txBody>
      </p:sp>
      <p:sp>
        <p:nvSpPr>
          <p:cNvPr id="6" name="Foliennummernplatzhalter 5"/>
          <p:cNvSpPr>
            <a:spLocks noGrp="1"/>
          </p:cNvSpPr>
          <p:nvPr>
            <p:ph type="sldNum" sz="quarter" idx="16"/>
          </p:nvPr>
        </p:nvSpPr>
        <p:spPr/>
        <p:txBody>
          <a:bodyPr/>
          <a:lstStyle/>
          <a:p>
            <a:r>
              <a:rPr lang="en-GB" dirty="0"/>
              <a:t>Page </a:t>
            </a:r>
            <a:fld id="{941D2295-CC7E-4B5B-BFD3-593FD9D32866}" type="slidenum">
              <a:rPr lang="en-GB" smtClean="0"/>
              <a:pPr/>
              <a:t>18</a:t>
            </a:fld>
            <a:endParaRPr lang="en-GB" dirty="0"/>
          </a:p>
        </p:txBody>
      </p:sp>
      <p:sp>
        <p:nvSpPr>
          <p:cNvPr id="9" name="Titel 8"/>
          <p:cNvSpPr>
            <a:spLocks noGrp="1"/>
          </p:cNvSpPr>
          <p:nvPr>
            <p:ph type="title"/>
          </p:nvPr>
        </p:nvSpPr>
        <p:spPr/>
        <p:txBody>
          <a:bodyPr/>
          <a:lstStyle/>
          <a:p>
            <a:r>
              <a:rPr lang="en-GB" dirty="0"/>
              <a:t>Layout „</a:t>
            </a:r>
            <a:r>
              <a:rPr lang="en-GB" dirty="0" err="1"/>
              <a:t>Vergleich</a:t>
            </a:r>
            <a:r>
              <a:rPr lang="en-GB" dirty="0"/>
              <a:t>“ – e.g. for comparison</a:t>
            </a:r>
          </a:p>
        </p:txBody>
      </p:sp>
      <p:sp>
        <p:nvSpPr>
          <p:cNvPr id="3" name="Textplatzhalter 2"/>
          <p:cNvSpPr>
            <a:spLocks noGrp="1"/>
          </p:cNvSpPr>
          <p:nvPr>
            <p:ph type="body" sz="quarter" idx="17"/>
          </p:nvPr>
        </p:nvSpPr>
        <p:spPr/>
        <p:txBody>
          <a:bodyPr/>
          <a:lstStyle/>
          <a:p>
            <a:r>
              <a:rPr lang="en-GB" dirty="0"/>
              <a:t>Disadvantages</a:t>
            </a:r>
          </a:p>
        </p:txBody>
      </p:sp>
    </p:spTree>
    <p:extLst>
      <p:ext uri="{BB962C8B-B14F-4D97-AF65-F5344CB8AC3E}">
        <p14:creationId xmlns:p14="http://schemas.microsoft.com/office/powerpoint/2010/main" val="49038493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ußzeilenplatzhalter 4"/>
          <p:cNvSpPr>
            <a:spLocks noGrp="1"/>
          </p:cNvSpPr>
          <p:nvPr>
            <p:ph type="ftr" sz="quarter" idx="11"/>
          </p:nvPr>
        </p:nvSpPr>
        <p:spPr/>
        <p:txBody>
          <a:bodyPr/>
          <a:lstStyle/>
          <a:p>
            <a:r>
              <a:rPr lang="en-GB" dirty="0"/>
              <a:t>Sample Footer</a:t>
            </a:r>
          </a:p>
        </p:txBody>
      </p:sp>
      <p:sp>
        <p:nvSpPr>
          <p:cNvPr id="4" name="Foliennummernplatzhalter 3"/>
          <p:cNvSpPr>
            <a:spLocks noGrp="1"/>
          </p:cNvSpPr>
          <p:nvPr>
            <p:ph type="sldNum" sz="quarter" idx="12"/>
          </p:nvPr>
        </p:nvSpPr>
        <p:spPr/>
        <p:txBody>
          <a:bodyPr/>
          <a:lstStyle/>
          <a:p>
            <a:r>
              <a:rPr lang="en-GB" dirty="0"/>
              <a:t>Page </a:t>
            </a:r>
            <a:fld id="{941D2295-CC7E-4B5B-BFD3-593FD9D32866}" type="slidenum">
              <a:rPr lang="en-GB" smtClean="0"/>
              <a:pPr/>
              <a:t>19</a:t>
            </a:fld>
            <a:endParaRPr lang="en-GB" dirty="0"/>
          </a:p>
        </p:txBody>
      </p:sp>
      <p:sp>
        <p:nvSpPr>
          <p:cNvPr id="2" name="Titel 1"/>
          <p:cNvSpPr>
            <a:spLocks noGrp="1"/>
          </p:cNvSpPr>
          <p:nvPr>
            <p:ph type="title"/>
          </p:nvPr>
        </p:nvSpPr>
        <p:spPr/>
        <p:txBody>
          <a:bodyPr/>
          <a:lstStyle/>
          <a:p>
            <a:r>
              <a:rPr lang="en-GB" dirty="0"/>
              <a:t>Sample table</a:t>
            </a:r>
          </a:p>
        </p:txBody>
      </p:sp>
      <p:graphicFrame>
        <p:nvGraphicFramePr>
          <p:cNvPr id="7" name="Inhaltsplatzhalter 5"/>
          <p:cNvGraphicFramePr>
            <a:graphicFrameLocks/>
          </p:cNvGraphicFramePr>
          <p:nvPr>
            <p:extLst>
              <p:ext uri="{D42A27DB-BD31-4B8C-83A1-F6EECF244321}">
                <p14:modId xmlns:p14="http://schemas.microsoft.com/office/powerpoint/2010/main" val="2798997025"/>
              </p:ext>
            </p:extLst>
          </p:nvPr>
        </p:nvGraphicFramePr>
        <p:xfrm>
          <a:off x="468313" y="2024055"/>
          <a:ext cx="8135938" cy="2492217"/>
        </p:xfrm>
        <a:graphic>
          <a:graphicData uri="http://schemas.openxmlformats.org/drawingml/2006/table">
            <a:tbl>
              <a:tblPr firstRow="1" bandRow="1">
                <a:tableStyleId>{5C22544A-7EE6-4342-B048-85BDC9FD1C3A}</a:tableStyleId>
              </a:tblPr>
              <a:tblGrid>
                <a:gridCol w="2746365">
                  <a:extLst>
                    <a:ext uri="{9D8B030D-6E8A-4147-A177-3AD203B41FA5}">
                      <a16:colId xmlns:a16="http://schemas.microsoft.com/office/drawing/2014/main" val="20000"/>
                    </a:ext>
                  </a:extLst>
                </a:gridCol>
                <a:gridCol w="2643206">
                  <a:extLst>
                    <a:ext uri="{9D8B030D-6E8A-4147-A177-3AD203B41FA5}">
                      <a16:colId xmlns:a16="http://schemas.microsoft.com/office/drawing/2014/main" val="20001"/>
                    </a:ext>
                  </a:extLst>
                </a:gridCol>
                <a:gridCol w="2746367">
                  <a:extLst>
                    <a:ext uri="{9D8B030D-6E8A-4147-A177-3AD203B41FA5}">
                      <a16:colId xmlns:a16="http://schemas.microsoft.com/office/drawing/2014/main" val="20002"/>
                    </a:ext>
                  </a:extLst>
                </a:gridCol>
              </a:tblGrid>
              <a:tr h="356031">
                <a:tc>
                  <a:txBody>
                    <a:bodyPr/>
                    <a:lstStyle/>
                    <a:p>
                      <a:r>
                        <a:rPr lang="en-GB" sz="1500" dirty="0"/>
                        <a:t>Table header</a:t>
                      </a:r>
                    </a:p>
                  </a:txBody>
                  <a:tcPr marT="38100" marB="38100"/>
                </a:tc>
                <a:tc>
                  <a:txBody>
                    <a:bodyPr/>
                    <a:lstStyle/>
                    <a:p>
                      <a:r>
                        <a:rPr lang="en-GB" sz="1500" dirty="0"/>
                        <a:t>Sample text 1</a:t>
                      </a:r>
                    </a:p>
                  </a:txBody>
                  <a:tcPr marT="38100" marB="38100"/>
                </a:tc>
                <a:tc>
                  <a:txBody>
                    <a:bodyPr/>
                    <a:lstStyle/>
                    <a:p>
                      <a:r>
                        <a:rPr lang="en-GB" sz="1500" dirty="0"/>
                        <a:t>Sample text 2</a:t>
                      </a:r>
                    </a:p>
                  </a:txBody>
                  <a:tcPr marT="38100" marB="38100"/>
                </a:tc>
                <a:extLst>
                  <a:ext uri="{0D108BD9-81ED-4DB2-BD59-A6C34878D82A}">
                    <a16:rowId xmlns:a16="http://schemas.microsoft.com/office/drawing/2014/main" val="10000"/>
                  </a:ext>
                </a:extLst>
              </a:tr>
              <a:tr h="356031">
                <a:tc>
                  <a:txBody>
                    <a:bodyPr/>
                    <a:lstStyle/>
                    <a:p>
                      <a:pPr marL="0" marR="0" lvl="0" indent="0" algn="l" defTabSz="914306"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1"/>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2"/>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3"/>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4"/>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base" latinLnBrk="0" hangingPunct="1">
                        <a:lnSpc>
                          <a:spcPct val="100000"/>
                        </a:lnSpc>
                        <a:spcBef>
                          <a:spcPct val="0"/>
                        </a:spcBef>
                        <a:spcAft>
                          <a:spcPct val="0"/>
                        </a:spcAft>
                        <a:buClr>
                          <a:schemeClr val="bg2"/>
                        </a:buClr>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base" latinLnBrk="0" hangingPunct="1">
                        <a:lnSpc>
                          <a:spcPct val="100000"/>
                        </a:lnSpc>
                        <a:spcBef>
                          <a:spcPct val="0"/>
                        </a:spcBef>
                        <a:spcAft>
                          <a:spcPct val="0"/>
                        </a:spcAft>
                        <a:buClr>
                          <a:schemeClr val="bg2"/>
                        </a:buClr>
                        <a:buSzTx/>
                        <a:buFontTx/>
                        <a:buNone/>
                        <a:tabLst/>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5"/>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base" latinLnBrk="0" hangingPunct="1">
                        <a:lnSpc>
                          <a:spcPct val="100000"/>
                        </a:lnSpc>
                        <a:spcBef>
                          <a:spcPct val="0"/>
                        </a:spcBef>
                        <a:spcAft>
                          <a:spcPct val="0"/>
                        </a:spcAft>
                        <a:buClr>
                          <a:schemeClr val="bg2"/>
                        </a:buClr>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base" latinLnBrk="0" hangingPunct="1">
                        <a:lnSpc>
                          <a:spcPct val="100000"/>
                        </a:lnSpc>
                        <a:spcBef>
                          <a:spcPct val="0"/>
                        </a:spcBef>
                        <a:spcAft>
                          <a:spcPct val="0"/>
                        </a:spcAft>
                        <a:buClr>
                          <a:schemeClr val="bg2"/>
                        </a:buClr>
                        <a:buSzTx/>
                        <a:buFontTx/>
                        <a:buNone/>
                        <a:tabLst/>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4324911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Inhaltsplatzhalter 5"/>
          <p:cNvGraphicFramePr>
            <a:graphicFrameLocks noGrp="1"/>
          </p:cNvGraphicFramePr>
          <p:nvPr>
            <p:ph idx="1"/>
            <p:extLst>
              <p:ext uri="{D42A27DB-BD31-4B8C-83A1-F6EECF244321}">
                <p14:modId xmlns:p14="http://schemas.microsoft.com/office/powerpoint/2010/main" val="1293735067"/>
              </p:ext>
            </p:extLst>
          </p:nvPr>
        </p:nvGraphicFramePr>
        <p:xfrm>
          <a:off x="461963" y="1344613"/>
          <a:ext cx="7759700" cy="38544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ußzeilenplatzhalter 4"/>
          <p:cNvSpPr>
            <a:spLocks noGrp="1"/>
          </p:cNvSpPr>
          <p:nvPr>
            <p:ph type="ftr" sz="quarter" idx="11"/>
          </p:nvPr>
        </p:nvSpPr>
        <p:spPr/>
        <p:txBody>
          <a:bodyPr/>
          <a:lstStyle/>
          <a:p>
            <a:r>
              <a:rPr lang="en-GB" dirty="0"/>
              <a:t>Sample Footer</a:t>
            </a:r>
          </a:p>
        </p:txBody>
      </p:sp>
      <p:sp>
        <p:nvSpPr>
          <p:cNvPr id="5" name="Foliennummernplatzhalter 3"/>
          <p:cNvSpPr>
            <a:spLocks noGrp="1"/>
          </p:cNvSpPr>
          <p:nvPr>
            <p:ph type="sldNum" sz="quarter" idx="12"/>
          </p:nvPr>
        </p:nvSpPr>
        <p:spPr/>
        <p:txBody>
          <a:bodyPr/>
          <a:lstStyle/>
          <a:p>
            <a:r>
              <a:rPr lang="en-GB" dirty="0"/>
              <a:t>Page </a:t>
            </a:r>
            <a:fld id="{941D2295-CC7E-4B5B-BFD3-593FD9D32866}" type="slidenum">
              <a:rPr lang="en-GB" smtClean="0"/>
              <a:pPr/>
              <a:t>20</a:t>
            </a:fld>
            <a:endParaRPr lang="en-GB" dirty="0"/>
          </a:p>
        </p:txBody>
      </p:sp>
      <p:sp>
        <p:nvSpPr>
          <p:cNvPr id="14" name="Titel 13"/>
          <p:cNvSpPr>
            <a:spLocks noGrp="1"/>
          </p:cNvSpPr>
          <p:nvPr>
            <p:ph type="title"/>
          </p:nvPr>
        </p:nvSpPr>
        <p:spPr/>
        <p:txBody>
          <a:bodyPr/>
          <a:lstStyle/>
          <a:p>
            <a:r>
              <a:rPr lang="en-GB" dirty="0"/>
              <a:t>Sample for simple graphics </a:t>
            </a:r>
            <a:br>
              <a:rPr lang="en-GB" dirty="0"/>
            </a:br>
            <a:r>
              <a:rPr lang="en-GB" dirty="0"/>
              <a:t>(based on SmartArt)</a:t>
            </a:r>
          </a:p>
        </p:txBody>
      </p:sp>
    </p:spTree>
    <p:extLst>
      <p:ext uri="{BB962C8B-B14F-4D97-AF65-F5344CB8AC3E}">
        <p14:creationId xmlns:p14="http://schemas.microsoft.com/office/powerpoint/2010/main" val="154249271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Inhaltsplatzhalter 3"/>
          <p:cNvGraphicFramePr>
            <a:graphicFrameLocks noGrp="1"/>
          </p:cNvGraphicFramePr>
          <p:nvPr>
            <p:ph idx="1"/>
            <p:extLst>
              <p:ext uri="{D42A27DB-BD31-4B8C-83A1-F6EECF244321}">
                <p14:modId xmlns:p14="http://schemas.microsoft.com/office/powerpoint/2010/main" val="1824701825"/>
              </p:ext>
            </p:extLst>
          </p:nvPr>
        </p:nvGraphicFramePr>
        <p:xfrm>
          <a:off x="461963" y="1344613"/>
          <a:ext cx="7759700" cy="38544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ußzeilenplatzhalter 5"/>
          <p:cNvSpPr>
            <a:spLocks noGrp="1"/>
          </p:cNvSpPr>
          <p:nvPr>
            <p:ph type="ftr" sz="quarter" idx="11"/>
          </p:nvPr>
        </p:nvSpPr>
        <p:spPr/>
        <p:txBody>
          <a:bodyPr/>
          <a:lstStyle/>
          <a:p>
            <a:r>
              <a:rPr lang="en-GB" dirty="0"/>
              <a:t>Sample Footer</a:t>
            </a:r>
          </a:p>
        </p:txBody>
      </p:sp>
      <p:sp>
        <p:nvSpPr>
          <p:cNvPr id="5" name="Foliennummernplatzhalter 4"/>
          <p:cNvSpPr>
            <a:spLocks noGrp="1"/>
          </p:cNvSpPr>
          <p:nvPr>
            <p:ph type="sldNum" sz="quarter" idx="12"/>
          </p:nvPr>
        </p:nvSpPr>
        <p:spPr/>
        <p:txBody>
          <a:bodyPr/>
          <a:lstStyle/>
          <a:p>
            <a:r>
              <a:rPr lang="en-GB" dirty="0"/>
              <a:t>Page </a:t>
            </a:r>
            <a:fld id="{941D2295-CC7E-4B5B-BFD3-593FD9D32866}" type="slidenum">
              <a:rPr lang="en-GB" smtClean="0"/>
              <a:pPr/>
              <a:t>21</a:t>
            </a:fld>
            <a:endParaRPr lang="en-GB" dirty="0"/>
          </a:p>
        </p:txBody>
      </p:sp>
      <p:sp>
        <p:nvSpPr>
          <p:cNvPr id="2" name="Titel 1"/>
          <p:cNvSpPr>
            <a:spLocks noGrp="1"/>
          </p:cNvSpPr>
          <p:nvPr>
            <p:ph type="title"/>
          </p:nvPr>
        </p:nvSpPr>
        <p:spPr/>
        <p:txBody>
          <a:bodyPr/>
          <a:lstStyle/>
          <a:p>
            <a:r>
              <a:rPr lang="en-GB" dirty="0"/>
              <a:t>Sample organizational chart </a:t>
            </a:r>
            <a:br>
              <a:rPr lang="en-GB" dirty="0"/>
            </a:br>
            <a:r>
              <a:rPr lang="en-GB" dirty="0"/>
              <a:t>(based on SmartArt)</a:t>
            </a:r>
          </a:p>
        </p:txBody>
      </p:sp>
    </p:spTree>
    <p:extLst>
      <p:ext uri="{BB962C8B-B14F-4D97-AF65-F5344CB8AC3E}">
        <p14:creationId xmlns:p14="http://schemas.microsoft.com/office/powerpoint/2010/main" val="406232666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ußzeilenplatzhalter 2"/>
          <p:cNvSpPr>
            <a:spLocks noGrp="1"/>
          </p:cNvSpPr>
          <p:nvPr>
            <p:ph type="ftr" sz="quarter" idx="11"/>
          </p:nvPr>
        </p:nvSpPr>
        <p:spPr/>
        <p:txBody>
          <a:bodyPr/>
          <a:lstStyle/>
          <a:p>
            <a:r>
              <a:rPr lang="en-GB" dirty="0"/>
              <a:t>Sample Footer</a:t>
            </a:r>
          </a:p>
        </p:txBody>
      </p:sp>
      <p:sp>
        <p:nvSpPr>
          <p:cNvPr id="4" name="Foliennummernplatzhalter 3"/>
          <p:cNvSpPr>
            <a:spLocks noGrp="1"/>
          </p:cNvSpPr>
          <p:nvPr>
            <p:ph type="sldNum" sz="quarter" idx="12"/>
          </p:nvPr>
        </p:nvSpPr>
        <p:spPr/>
        <p:txBody>
          <a:bodyPr/>
          <a:lstStyle/>
          <a:p>
            <a:r>
              <a:rPr lang="en-GB" dirty="0"/>
              <a:t>Page </a:t>
            </a:r>
            <a:fld id="{941D2295-CC7E-4B5B-BFD3-593FD9D32866}" type="slidenum">
              <a:rPr lang="en-GB" smtClean="0"/>
              <a:pPr/>
              <a:t>22</a:t>
            </a:fld>
            <a:endParaRPr lang="en-GB" dirty="0"/>
          </a:p>
        </p:txBody>
      </p:sp>
      <p:sp>
        <p:nvSpPr>
          <p:cNvPr id="5" name="Titel 4"/>
          <p:cNvSpPr>
            <a:spLocks noGrp="1"/>
          </p:cNvSpPr>
          <p:nvPr>
            <p:ph type="title"/>
          </p:nvPr>
        </p:nvSpPr>
        <p:spPr/>
        <p:txBody>
          <a:bodyPr/>
          <a:lstStyle/>
          <a:p>
            <a:r>
              <a:rPr lang="en-GB" dirty="0"/>
              <a:t>Sample for bar chart </a:t>
            </a:r>
          </a:p>
        </p:txBody>
      </p:sp>
      <p:graphicFrame>
        <p:nvGraphicFramePr>
          <p:cNvPr id="8" name="Diagramm 1">
            <a:extLst>
              <a:ext uri="{FF2B5EF4-FFF2-40B4-BE49-F238E27FC236}">
                <a16:creationId xmlns:a16="http://schemas.microsoft.com/office/drawing/2014/main" id="{6ABE06D2-2521-4999-A405-48A564FBC334}"/>
              </a:ext>
            </a:extLst>
          </p:cNvPr>
          <p:cNvGraphicFramePr>
            <a:graphicFrameLocks noGrp="1"/>
          </p:cNvGraphicFramePr>
          <p:nvPr>
            <p:ph idx="1"/>
            <p:extLst>
              <p:ext uri="{D42A27DB-BD31-4B8C-83A1-F6EECF244321}">
                <p14:modId xmlns:p14="http://schemas.microsoft.com/office/powerpoint/2010/main" val="2005242640"/>
              </p:ext>
            </p:extLst>
          </p:nvPr>
        </p:nvGraphicFramePr>
        <p:xfrm>
          <a:off x="461963" y="1344613"/>
          <a:ext cx="7759700" cy="3854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1361259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r>
              <a:rPr lang="en-GB" dirty="0"/>
              <a:t>Sample Footer</a:t>
            </a:r>
          </a:p>
        </p:txBody>
      </p:sp>
      <p:sp>
        <p:nvSpPr>
          <p:cNvPr id="5" name="Foliennummernplatzhalter 4"/>
          <p:cNvSpPr>
            <a:spLocks noGrp="1"/>
          </p:cNvSpPr>
          <p:nvPr>
            <p:ph type="sldNum" sz="quarter" idx="12"/>
          </p:nvPr>
        </p:nvSpPr>
        <p:spPr/>
        <p:txBody>
          <a:bodyPr/>
          <a:lstStyle/>
          <a:p>
            <a:r>
              <a:rPr lang="en-GB" dirty="0"/>
              <a:t>Page </a:t>
            </a:r>
            <a:fld id="{680737D9-CC42-4855-ABAC-B759A1A9D624}" type="slidenum">
              <a:rPr lang="en-GB" smtClean="0"/>
              <a:pPr/>
              <a:t>23</a:t>
            </a:fld>
            <a:endParaRPr lang="en-GB" dirty="0"/>
          </a:p>
        </p:txBody>
      </p:sp>
      <p:sp>
        <p:nvSpPr>
          <p:cNvPr id="2" name="Titel 1"/>
          <p:cNvSpPr>
            <a:spLocks noGrp="1"/>
          </p:cNvSpPr>
          <p:nvPr>
            <p:ph type="title"/>
          </p:nvPr>
        </p:nvSpPr>
        <p:spPr/>
        <p:txBody>
          <a:bodyPr/>
          <a:lstStyle/>
          <a:p>
            <a:r>
              <a:rPr lang="en-GB" dirty="0"/>
              <a:t>Sample for column chart </a:t>
            </a:r>
          </a:p>
        </p:txBody>
      </p:sp>
      <p:graphicFrame>
        <p:nvGraphicFramePr>
          <p:cNvPr id="8" name="Diagramm 1">
            <a:extLst>
              <a:ext uri="{FF2B5EF4-FFF2-40B4-BE49-F238E27FC236}">
                <a16:creationId xmlns:a16="http://schemas.microsoft.com/office/drawing/2014/main" id="{581A5D81-D7D6-4621-9B53-D0578F618D14}"/>
              </a:ext>
            </a:extLst>
          </p:cNvPr>
          <p:cNvGraphicFramePr>
            <a:graphicFrameLocks noGrp="1"/>
          </p:cNvGraphicFramePr>
          <p:nvPr>
            <p:ph idx="1"/>
            <p:extLst>
              <p:ext uri="{D42A27DB-BD31-4B8C-83A1-F6EECF244321}">
                <p14:modId xmlns:p14="http://schemas.microsoft.com/office/powerpoint/2010/main" val="3076643807"/>
              </p:ext>
            </p:extLst>
          </p:nvPr>
        </p:nvGraphicFramePr>
        <p:xfrm>
          <a:off x="461963" y="1344613"/>
          <a:ext cx="7759700" cy="3854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4134709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ußzeilenplatzhalter 12"/>
          <p:cNvSpPr>
            <a:spLocks noGrp="1"/>
          </p:cNvSpPr>
          <p:nvPr>
            <p:ph type="ftr" sz="quarter" idx="11"/>
          </p:nvPr>
        </p:nvSpPr>
        <p:spPr/>
        <p:txBody>
          <a:bodyPr/>
          <a:lstStyle/>
          <a:p>
            <a:r>
              <a:rPr lang="en-GB" dirty="0"/>
              <a:t>Sample Footer</a:t>
            </a:r>
          </a:p>
        </p:txBody>
      </p:sp>
      <p:sp>
        <p:nvSpPr>
          <p:cNvPr id="12" name="Foliennummernplatzhalter 11"/>
          <p:cNvSpPr>
            <a:spLocks noGrp="1"/>
          </p:cNvSpPr>
          <p:nvPr>
            <p:ph type="sldNum" sz="quarter" idx="12"/>
          </p:nvPr>
        </p:nvSpPr>
        <p:spPr/>
        <p:txBody>
          <a:bodyPr/>
          <a:lstStyle/>
          <a:p>
            <a:r>
              <a:rPr lang="en-GB" dirty="0"/>
              <a:t>Page </a:t>
            </a:r>
            <a:fld id="{680737D9-CC42-4855-ABAC-B759A1A9D624}" type="slidenum">
              <a:rPr lang="en-GB" smtClean="0"/>
              <a:pPr/>
              <a:t>24</a:t>
            </a:fld>
            <a:endParaRPr lang="en-GB" dirty="0"/>
          </a:p>
        </p:txBody>
      </p:sp>
      <p:sp>
        <p:nvSpPr>
          <p:cNvPr id="2" name="Titel 1"/>
          <p:cNvSpPr>
            <a:spLocks noGrp="1"/>
          </p:cNvSpPr>
          <p:nvPr>
            <p:ph type="title"/>
          </p:nvPr>
        </p:nvSpPr>
        <p:spPr/>
        <p:txBody>
          <a:bodyPr/>
          <a:lstStyle/>
          <a:p>
            <a:r>
              <a:rPr lang="en-GB" dirty="0"/>
              <a:t>Sample for line chart </a:t>
            </a:r>
          </a:p>
        </p:txBody>
      </p:sp>
      <p:graphicFrame>
        <p:nvGraphicFramePr>
          <p:cNvPr id="9" name="Diagramm 1">
            <a:extLst>
              <a:ext uri="{FF2B5EF4-FFF2-40B4-BE49-F238E27FC236}">
                <a16:creationId xmlns:a16="http://schemas.microsoft.com/office/drawing/2014/main" id="{4EE3B951-3955-4300-9E41-2966A738B4A0}"/>
              </a:ext>
            </a:extLst>
          </p:cNvPr>
          <p:cNvGraphicFramePr>
            <a:graphicFrameLocks noGrp="1"/>
          </p:cNvGraphicFramePr>
          <p:nvPr>
            <p:ph idx="1"/>
            <p:extLst>
              <p:ext uri="{D42A27DB-BD31-4B8C-83A1-F6EECF244321}">
                <p14:modId xmlns:p14="http://schemas.microsoft.com/office/powerpoint/2010/main" val="914772673"/>
              </p:ext>
            </p:extLst>
          </p:nvPr>
        </p:nvGraphicFramePr>
        <p:xfrm>
          <a:off x="461963" y="1344613"/>
          <a:ext cx="7759700" cy="3854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2056671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r>
              <a:rPr lang="en-GB" dirty="0"/>
              <a:t>Sample Footer</a:t>
            </a:r>
          </a:p>
        </p:txBody>
      </p:sp>
      <p:sp>
        <p:nvSpPr>
          <p:cNvPr id="5" name="Foliennummernplatzhalter 4"/>
          <p:cNvSpPr>
            <a:spLocks noGrp="1"/>
          </p:cNvSpPr>
          <p:nvPr>
            <p:ph type="sldNum" sz="quarter" idx="12"/>
          </p:nvPr>
        </p:nvSpPr>
        <p:spPr/>
        <p:txBody>
          <a:bodyPr/>
          <a:lstStyle/>
          <a:p>
            <a:r>
              <a:rPr lang="en-GB" dirty="0"/>
              <a:t>Page </a:t>
            </a:r>
            <a:fld id="{941D2295-CC7E-4B5B-BFD3-593FD9D32866}" type="slidenum">
              <a:rPr lang="en-GB" smtClean="0"/>
              <a:pPr/>
              <a:t>25</a:t>
            </a:fld>
            <a:endParaRPr lang="en-GB" dirty="0"/>
          </a:p>
        </p:txBody>
      </p:sp>
      <p:sp>
        <p:nvSpPr>
          <p:cNvPr id="2" name="Titel 1"/>
          <p:cNvSpPr>
            <a:spLocks noGrp="1"/>
          </p:cNvSpPr>
          <p:nvPr>
            <p:ph type="title"/>
          </p:nvPr>
        </p:nvSpPr>
        <p:spPr/>
        <p:txBody>
          <a:bodyPr/>
          <a:lstStyle/>
          <a:p>
            <a:r>
              <a:rPr lang="en-GB" dirty="0"/>
              <a:t>Sample for doughnut chart </a:t>
            </a:r>
          </a:p>
        </p:txBody>
      </p:sp>
      <p:graphicFrame>
        <p:nvGraphicFramePr>
          <p:cNvPr id="9" name="Diagramm 1">
            <a:extLst>
              <a:ext uri="{FF2B5EF4-FFF2-40B4-BE49-F238E27FC236}">
                <a16:creationId xmlns:a16="http://schemas.microsoft.com/office/drawing/2014/main" id="{E30657D6-962B-4DE9-9E4E-D378526F1A60}"/>
              </a:ext>
            </a:extLst>
          </p:cNvPr>
          <p:cNvGraphicFramePr>
            <a:graphicFrameLocks noGrp="1"/>
          </p:cNvGraphicFramePr>
          <p:nvPr>
            <p:ph idx="1"/>
            <p:extLst>
              <p:ext uri="{D42A27DB-BD31-4B8C-83A1-F6EECF244321}">
                <p14:modId xmlns:p14="http://schemas.microsoft.com/office/powerpoint/2010/main" val="680290059"/>
              </p:ext>
            </p:extLst>
          </p:nvPr>
        </p:nvGraphicFramePr>
        <p:xfrm>
          <a:off x="461963" y="1344613"/>
          <a:ext cx="7759700" cy="3854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8731889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platzhalter 3"/>
          <p:cNvSpPr txBox="1">
            <a:spLocks noGrp="1"/>
          </p:cNvSpPr>
          <p:nvPr>
            <p:ph type="body" sz="quarter" idx="10"/>
          </p:nvPr>
        </p:nvSpPr>
        <p:spPr>
          <a:xfrm>
            <a:off x="1691680" y="2559843"/>
            <a:ext cx="2756266" cy="1811291"/>
          </a:xfrm>
        </p:spPr>
        <p:txBody>
          <a:bodyPr>
            <a:normAutofit fontScale="92500" lnSpcReduction="10000"/>
          </a:bodyPr>
          <a:lstStyle/>
          <a:p>
            <a:pPr lvl="0"/>
            <a:r>
              <a:rPr lang="en-GB" b="1" noProof="0" dirty="0"/>
              <a:t>DEPARTMENT MUSTERTEXT DEUTSCH</a:t>
            </a:r>
          </a:p>
          <a:p>
            <a:pPr lvl="0"/>
            <a:r>
              <a:rPr lang="en-GB" noProof="0" dirty="0"/>
              <a:t>DEPARTMENT MUSTERTEXT ENGLISH</a:t>
            </a:r>
          </a:p>
          <a:p>
            <a:pPr lvl="0">
              <a:buClr>
                <a:schemeClr val="accent3"/>
              </a:buClr>
              <a:defRPr/>
            </a:pPr>
            <a:r>
              <a:rPr lang="en-GB" dirty="0" err="1"/>
              <a:t>Welthandelsplatz</a:t>
            </a:r>
            <a:r>
              <a:rPr lang="en-GB" dirty="0"/>
              <a:t> 1, 1020 Vienna, Austria</a:t>
            </a:r>
          </a:p>
          <a:p>
            <a:pPr lvl="0"/>
            <a:endParaRPr lang="en-GB" noProof="0" dirty="0"/>
          </a:p>
          <a:p>
            <a:pPr lvl="0"/>
            <a:endParaRPr lang="en-GB" noProof="0" dirty="0"/>
          </a:p>
          <a:p>
            <a:pPr lvl="0"/>
            <a:endParaRPr lang="en-GB" noProof="0" dirty="0"/>
          </a:p>
          <a:p>
            <a:pPr lvl="0"/>
            <a:r>
              <a:rPr lang="en-GB" b="1" noProof="0" dirty="0"/>
              <a:t>UNIV.PROF.  DR. MAX MUSTER</a:t>
            </a:r>
          </a:p>
          <a:p>
            <a:pPr lvl="0"/>
            <a:endParaRPr lang="en-GB" noProof="0" dirty="0"/>
          </a:p>
          <a:p>
            <a:pPr lvl="0"/>
            <a:r>
              <a:rPr lang="en-GB" noProof="0" dirty="0"/>
              <a:t>T +43-1-313 36-DW</a:t>
            </a:r>
          </a:p>
          <a:p>
            <a:pPr lvl="0"/>
            <a:r>
              <a:rPr lang="en-GB" noProof="0" dirty="0"/>
              <a:t>F +43-1-313 36-DW</a:t>
            </a:r>
          </a:p>
          <a:p>
            <a:pPr lvl="0"/>
            <a:r>
              <a:rPr lang="en-GB" noProof="0" dirty="0"/>
              <a:t>max.muster@wu.ac.at</a:t>
            </a:r>
          </a:p>
          <a:p>
            <a:pPr lvl="0"/>
            <a:r>
              <a:rPr lang="en-GB" noProof="0" dirty="0"/>
              <a:t>www.wu.ac.at</a:t>
            </a:r>
          </a:p>
          <a:p>
            <a:pPr lvl="0"/>
            <a:endParaRPr lang="en-GB" noProof="0" dirty="0"/>
          </a:p>
        </p:txBody>
      </p:sp>
      <p:sp>
        <p:nvSpPr>
          <p:cNvPr id="7" name="Titel 6"/>
          <p:cNvSpPr>
            <a:spLocks noGrp="1"/>
          </p:cNvSpPr>
          <p:nvPr>
            <p:ph type="title" idx="4294967295"/>
          </p:nvPr>
        </p:nvSpPr>
        <p:spPr>
          <a:xfrm>
            <a:off x="462407" y="301626"/>
            <a:ext cx="6990906" cy="496799"/>
          </a:xfrm>
        </p:spPr>
        <p:txBody>
          <a:bodyPr/>
          <a:lstStyle/>
          <a:p>
            <a:r>
              <a:rPr lang="en-GB" dirty="0"/>
              <a:t> </a:t>
            </a:r>
          </a:p>
        </p:txBody>
      </p:sp>
      <p:sp>
        <p:nvSpPr>
          <p:cNvPr id="4" name="Fußzeilenplatzhalter 3"/>
          <p:cNvSpPr>
            <a:spLocks noGrp="1"/>
          </p:cNvSpPr>
          <p:nvPr>
            <p:ph type="ftr" sz="quarter" idx="12"/>
          </p:nvPr>
        </p:nvSpPr>
        <p:spPr/>
        <p:txBody>
          <a:bodyPr/>
          <a:lstStyle/>
          <a:p>
            <a:r>
              <a:rPr lang="en-GB" dirty="0"/>
              <a:t>Sample Footer</a:t>
            </a:r>
          </a:p>
        </p:txBody>
      </p:sp>
      <p:sp>
        <p:nvSpPr>
          <p:cNvPr id="3" name="Foliennummernplatzhalter 2"/>
          <p:cNvSpPr>
            <a:spLocks noGrp="1"/>
          </p:cNvSpPr>
          <p:nvPr>
            <p:ph type="sldNum" sz="quarter" idx="13"/>
          </p:nvPr>
        </p:nvSpPr>
        <p:spPr/>
        <p:txBody>
          <a:bodyPr/>
          <a:lstStyle/>
          <a:p>
            <a:r>
              <a:rPr lang="en-GB" dirty="0"/>
              <a:t>Page </a:t>
            </a:r>
            <a:fld id="{680737D9-CC42-4855-ABAC-B759A1A9D624}" type="slidenum">
              <a:rPr lang="en-GB" smtClean="0"/>
              <a:pPr/>
              <a:t>26</a:t>
            </a:fld>
            <a:endParaRPr lang="en-GB" dirty="0"/>
          </a:p>
        </p:txBody>
      </p:sp>
    </p:spTree>
    <p:extLst>
      <p:ext uri="{BB962C8B-B14F-4D97-AF65-F5344CB8AC3E}">
        <p14:creationId xmlns:p14="http://schemas.microsoft.com/office/powerpoint/2010/main" val="170206392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pPr lvl="0"/>
            <a:r>
              <a:rPr lang="en-GB" dirty="0"/>
              <a:t>Layout „Titelfolie Kontakt“</a:t>
            </a:r>
          </a:p>
        </p:txBody>
      </p:sp>
      <p:sp>
        <p:nvSpPr>
          <p:cNvPr id="3" name="Untertitel 2"/>
          <p:cNvSpPr>
            <a:spLocks noGrp="1"/>
          </p:cNvSpPr>
          <p:nvPr>
            <p:ph type="subTitle" idx="1"/>
          </p:nvPr>
        </p:nvSpPr>
        <p:spPr/>
        <p:txBody>
          <a:bodyPr/>
          <a:lstStyle/>
          <a:p>
            <a:pPr lvl="0"/>
            <a:r>
              <a:rPr lang="en-GB" dirty="0"/>
              <a:t>Subtitle of presentation</a:t>
            </a:r>
          </a:p>
        </p:txBody>
      </p:sp>
      <p:sp>
        <p:nvSpPr>
          <p:cNvPr id="4" name="Textplatzhalter 3"/>
          <p:cNvSpPr>
            <a:spLocks noGrp="1"/>
          </p:cNvSpPr>
          <p:nvPr>
            <p:ph type="body" sz="quarter" idx="11"/>
          </p:nvPr>
        </p:nvSpPr>
        <p:spPr/>
        <p:txBody>
          <a:bodyPr/>
          <a:lstStyle/>
          <a:p>
            <a:pPr lvl="0"/>
            <a:r>
              <a:rPr lang="en-GB" dirty="0"/>
              <a:t>Name and position</a:t>
            </a:r>
          </a:p>
          <a:p>
            <a:pPr lvl="0"/>
            <a:r>
              <a:rPr lang="en-GB" dirty="0"/>
              <a:t>Institute</a:t>
            </a:r>
          </a:p>
          <a:p>
            <a:pPr lvl="0"/>
            <a:r>
              <a:rPr lang="en-GB" dirty="0"/>
              <a:t>name@wu.ac.at</a:t>
            </a:r>
          </a:p>
          <a:p>
            <a:pPr lvl="0"/>
            <a:r>
              <a:rPr lang="en-GB" dirty="0"/>
              <a:t>Link, e.g. to office hours</a:t>
            </a:r>
          </a:p>
        </p:txBody>
      </p:sp>
      <p:sp>
        <p:nvSpPr>
          <p:cNvPr id="9" name="Textplatzhalter 8">
            <a:extLst>
              <a:ext uri="{FF2B5EF4-FFF2-40B4-BE49-F238E27FC236}">
                <a16:creationId xmlns:a16="http://schemas.microsoft.com/office/drawing/2014/main" id="{4FBF7533-AD66-42A8-8D36-C2EA127B3006}"/>
              </a:ext>
            </a:extLst>
          </p:cNvPr>
          <p:cNvSpPr>
            <a:spLocks noGrp="1"/>
          </p:cNvSpPr>
          <p:nvPr>
            <p:ph type="body" sz="quarter" idx="12"/>
          </p:nvPr>
        </p:nvSpPr>
        <p:spPr/>
        <p:txBody>
          <a:bodyPr/>
          <a:lstStyle/>
          <a:p>
            <a:endParaRPr lang="de-AT"/>
          </a:p>
        </p:txBody>
      </p:sp>
    </p:spTree>
    <p:extLst>
      <p:ext uri="{BB962C8B-B14F-4D97-AF65-F5344CB8AC3E}">
        <p14:creationId xmlns:p14="http://schemas.microsoft.com/office/powerpoint/2010/main" val="4084496989"/>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Inhaltsplatzhalter 9"/>
          <p:cNvSpPr>
            <a:spLocks noGrp="1"/>
          </p:cNvSpPr>
          <p:nvPr>
            <p:ph sz="half" idx="1"/>
          </p:nvPr>
        </p:nvSpPr>
        <p:spPr/>
        <p:txBody>
          <a:bodyPr>
            <a:normAutofit/>
          </a:bodyPr>
          <a:lstStyle/>
          <a:p>
            <a:pPr lvl="0"/>
            <a:r>
              <a:rPr lang="en-GB" dirty="0" sz="1500"/>
              <a:t>Text on the left, picture on the right</a:t>
            </a:r>
          </a:p>
          <a:p>
            <a:pPr lvl="1"/>
            <a:r>
              <a:rPr lang="en-GB" dirty="0" sz="1500"/>
              <a:t>Click the icon in the large placeholder to insert a photo; it is cropped to fit</a:t>
            </a:r>
          </a:p>
          <a:p>
            <a:pPr lvl="1"/>
            <a:r>
              <a:rPr lang="en-GB" dirty="0" sz="1500"/>
              <a:t>The small square placeholder in its corner holds a logo, e.g. of a partner company</a:t>
            </a:r>
          </a:p>
          <a:p>
            <a:pPr lvl="0"/>
            <a:r>
              <a:rPr lang="en-GB" dirty="0" sz="1500"/>
              <a:t>Use for introducing a company, product or person</a:t>
            </a:r>
          </a:p>
        </p:txBody>
      </p:sp>
      <p:pic>
        <p:nvPicPr>
          <p:cNvPr id="11" name="Bildplatzhalter 10" descr="Sample photo of a WU building"/>
          <p:cNvPicPr>
            <a:picLocks noGrp="1" noChangeAspect="1"/>
          </p:cNvPicPr>
          <p:nvPr>
            <p:ph type="pic" sz="half" idx="2"/>
          </p:nvPr>
        </p:nvPicPr>
        <p:blipFill>
          <a:blip r:embed="rId2"/>
          <a:srcRect l="17950" r="17950"/>
          <a:stretch>
            <a:fillRect/>
          </a:stretch>
        </p:blipFill>
        <p:spPr/>
      </p:pic>
      <p:sp>
        <p:nvSpPr>
          <p:cNvPr id="12" name="Logoplatzhalter 11"/>
          <p:cNvSpPr>
            <a:spLocks noGrp="1"/>
          </p:cNvSpPr>
          <p:nvPr>
            <p:ph type="pic" sz="quarter" idx="13"/>
          </p:nvPr>
        </p:nvSpPr>
        <p:spPr/>
      </p:sp>
      <p:sp>
        <p:nvSpPr>
          <p:cNvPr id="5" name="Fußzeilenplatzhalter 4"/>
          <p:cNvSpPr>
            <a:spLocks noGrp="1"/>
          </p:cNvSpPr>
          <p:nvPr>
            <p:ph type="ftr" sz="quarter" idx="11"/>
          </p:nvPr>
        </p:nvSpPr>
        <p:spPr/>
        <p:txBody>
          <a:bodyPr/>
          <a:lstStyle/>
          <a:p>
            <a:r>
              <a:rPr lang="en-GB" dirty="0"/>
              <a:t>Sample Footer</a:t>
            </a:r>
          </a:p>
        </p:txBody>
      </p:sp>
      <p:sp>
        <p:nvSpPr>
          <p:cNvPr id="6" name="Foliennummernplatzhalter 5"/>
          <p:cNvSpPr>
            <a:spLocks noGrp="1"/>
          </p:cNvSpPr>
          <p:nvPr>
            <p:ph type="sldNum" sz="quarter" idx="12"/>
          </p:nvPr>
        </p:nvSpPr>
        <p:spPr/>
        <p:txBody>
          <a:bodyPr/>
          <a:lstStyle/>
          <a:p>
            <a:r>
              <a:rPr lang="en-GB" dirty="0"/>
              <a:t>Page </a:t>
            </a:r>
            <a:fld id="{941D2295-CC7E-4B5B-BFD3-593FD9D32866}" type="slidenum">
              <a:rPr lang="en-GB" smtClean="0"/>
              <a:pPr/>
              <a:t>17</a:t>
            </a:fld>
            <a:endParaRPr lang="en-GB" dirty="0"/>
          </a:p>
        </p:txBody>
      </p:sp>
      <p:sp>
        <p:nvSpPr>
          <p:cNvPr id="9" name="Titel 8"/>
          <p:cNvSpPr>
            <a:spLocks noGrp="1"/>
          </p:cNvSpPr>
          <p:nvPr>
            <p:ph type="title"/>
          </p:nvPr>
        </p:nvSpPr>
        <p:spPr/>
        <p:txBody>
          <a:bodyPr/>
          <a:lstStyle/>
          <a:p>
            <a:pPr lvl="0"/>
            <a:r>
              <a:rPr lang="en-GB" dirty="0"/>
              <a:t>Layout „Inhalt und Bild mit Logo“ – text, picture and logo</a:t>
            </a:r>
          </a:p>
        </p:txBody>
      </p:sp>
    </p:spTree>
    <p:extLst>
      <p:ext uri="{BB962C8B-B14F-4D97-AF65-F5344CB8AC3E}">
        <p14:creationId xmlns:p14="http://schemas.microsoft.com/office/powerpoint/2010/main" val="385280268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ußzeilenplatzhalter 4"/>
          <p:cNvSpPr>
            <a:spLocks noGrp="1"/>
          </p:cNvSpPr>
          <p:nvPr>
            <p:ph type="ftr" sz="quarter" idx="11"/>
          </p:nvPr>
        </p:nvSpPr>
        <p:spPr/>
        <p:txBody>
          <a:bodyPr/>
          <a:lstStyle/>
          <a:p>
            <a:r>
              <a:rPr lang="en-GB" dirty="0"/>
              <a:t>Sample Footer</a:t>
            </a:r>
          </a:p>
        </p:txBody>
      </p:sp>
      <p:sp>
        <p:nvSpPr>
          <p:cNvPr id="4" name="Foliennummernplatzhalter 3"/>
          <p:cNvSpPr>
            <a:spLocks noGrp="1"/>
          </p:cNvSpPr>
          <p:nvPr>
            <p:ph type="sldNum" sz="quarter" idx="12"/>
          </p:nvPr>
        </p:nvSpPr>
        <p:spPr/>
        <p:txBody>
          <a:bodyPr/>
          <a:lstStyle/>
          <a:p>
            <a:r>
              <a:rPr lang="en-GB" dirty="0"/>
              <a:t>Page </a:t>
            </a:r>
            <a:fld id="{941D2295-CC7E-4B5B-BFD3-593FD9D32866}" type="slidenum">
              <a:rPr lang="en-GB" smtClean="0"/>
              <a:pPr/>
              <a:t>19</a:t>
            </a:fld>
            <a:endParaRPr lang="en-GB" dirty="0"/>
          </a:p>
        </p:txBody>
      </p:sp>
      <p:sp>
        <p:nvSpPr>
          <p:cNvPr id="2" name="Titel 1"/>
          <p:cNvSpPr>
            <a:spLocks noGrp="1"/>
          </p:cNvSpPr>
          <p:nvPr>
            <p:ph type="title"/>
          </p:nvPr>
        </p:nvSpPr>
        <p:spPr/>
        <p:txBody>
          <a:bodyPr/>
          <a:lstStyle/>
          <a:p>
            <a:pPr lvl="0"/>
            <a:r>
              <a:rPr lang="en-GB" dirty="0"/>
              <a:t>Layout „Titel und Tabelle“ – title with table placeholder</a:t>
            </a:r>
          </a:p>
        </p:txBody>
      </p:sp>
      <p:graphicFrame>
        <p:nvGraphicFramePr>
          <p:cNvPr id="7" name="Inhaltsplatzhalter 5"/>
          <p:cNvGraphicFramePr>
            <a:graphicFrameLocks/>
          </p:cNvGraphicFramePr>
          <p:nvPr>
            <p:extLst>
              <p:ext uri="{D42A27DB-BD31-4B8C-83A1-F6EECF244321}">
                <p14:modId xmlns:p14="http://schemas.microsoft.com/office/powerpoint/2010/main" val="2798997025"/>
              </p:ext>
            </p:extLst>
          </p:nvPr>
        </p:nvGraphicFramePr>
        <p:xfrm>
          <a:off x="468313" y="2024055"/>
          <a:ext cx="8135938" cy="2492217"/>
        </p:xfrm>
        <a:graphic>
          <a:graphicData uri="http://schemas.openxmlformats.org/drawingml/2006/table">
            <a:tbl>
              <a:tblPr firstRow="1" bandRow="1">
                <a:tableStyleId>{5C22544A-7EE6-4342-B048-85BDC9FD1C3A}</a:tableStyleId>
              </a:tblPr>
              <a:tblGrid>
                <a:gridCol w="2746365">
                  <a:extLst>
                    <a:ext uri="{9D8B030D-6E8A-4147-A177-3AD203B41FA5}">
                      <a16:colId xmlns:a16="http://schemas.microsoft.com/office/drawing/2014/main" val="20000"/>
                    </a:ext>
                  </a:extLst>
                </a:gridCol>
                <a:gridCol w="2643206">
                  <a:extLst>
                    <a:ext uri="{9D8B030D-6E8A-4147-A177-3AD203B41FA5}">
                      <a16:colId xmlns:a16="http://schemas.microsoft.com/office/drawing/2014/main" val="20001"/>
                    </a:ext>
                  </a:extLst>
                </a:gridCol>
                <a:gridCol w="2746367">
                  <a:extLst>
                    <a:ext uri="{9D8B030D-6E8A-4147-A177-3AD203B41FA5}">
                      <a16:colId xmlns:a16="http://schemas.microsoft.com/office/drawing/2014/main" val="20002"/>
                    </a:ext>
                  </a:extLst>
                </a:gridCol>
              </a:tblGrid>
              <a:tr h="356031">
                <a:tc>
                  <a:txBody>
                    <a:bodyPr/>
                    <a:lstStyle/>
                    <a:p>
                      <a:r>
                        <a:rPr lang="en-GB" sz="1500" dirty="0"/>
                        <a:t>Table header</a:t>
                      </a:r>
                    </a:p>
                  </a:txBody>
                  <a:tcPr marT="38100" marB="38100"/>
                </a:tc>
                <a:tc>
                  <a:txBody>
                    <a:bodyPr/>
                    <a:lstStyle/>
                    <a:p>
                      <a:r>
                        <a:rPr lang="en-GB" sz="1500" dirty="0"/>
                        <a:t>Sample text 1</a:t>
                      </a:r>
                    </a:p>
                  </a:txBody>
                  <a:tcPr marT="38100" marB="38100"/>
                </a:tc>
                <a:tc>
                  <a:txBody>
                    <a:bodyPr/>
                    <a:lstStyle/>
                    <a:p>
                      <a:r>
                        <a:rPr lang="en-GB" sz="1500" dirty="0"/>
                        <a:t>Sample text 2</a:t>
                      </a:r>
                    </a:p>
                  </a:txBody>
                  <a:tcPr marT="38100" marB="38100"/>
                </a:tc>
                <a:extLst>
                  <a:ext uri="{0D108BD9-81ED-4DB2-BD59-A6C34878D82A}">
                    <a16:rowId xmlns:a16="http://schemas.microsoft.com/office/drawing/2014/main" val="10000"/>
                  </a:ext>
                </a:extLst>
              </a:tr>
              <a:tr h="356031">
                <a:tc>
                  <a:txBody>
                    <a:bodyPr/>
                    <a:lstStyle/>
                    <a:p>
                      <a:pPr marL="0" marR="0" lvl="0" indent="0" algn="l" defTabSz="914306"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1"/>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2"/>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3"/>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4"/>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base" latinLnBrk="0" hangingPunct="1">
                        <a:lnSpc>
                          <a:spcPct val="100000"/>
                        </a:lnSpc>
                        <a:spcBef>
                          <a:spcPct val="0"/>
                        </a:spcBef>
                        <a:spcAft>
                          <a:spcPct val="0"/>
                        </a:spcAft>
                        <a:buClr>
                          <a:schemeClr val="bg2"/>
                        </a:buClr>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base" latinLnBrk="0" hangingPunct="1">
                        <a:lnSpc>
                          <a:spcPct val="100000"/>
                        </a:lnSpc>
                        <a:spcBef>
                          <a:spcPct val="0"/>
                        </a:spcBef>
                        <a:spcAft>
                          <a:spcPct val="0"/>
                        </a:spcAft>
                        <a:buClr>
                          <a:schemeClr val="bg2"/>
                        </a:buClr>
                        <a:buSzTx/>
                        <a:buFontTx/>
                        <a:buNone/>
                        <a:tabLst/>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5"/>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base" latinLnBrk="0" hangingPunct="1">
                        <a:lnSpc>
                          <a:spcPct val="100000"/>
                        </a:lnSpc>
                        <a:spcBef>
                          <a:spcPct val="0"/>
                        </a:spcBef>
                        <a:spcAft>
                          <a:spcPct val="0"/>
                        </a:spcAft>
                        <a:buClr>
                          <a:schemeClr val="bg2"/>
                        </a:buClr>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base" latinLnBrk="0" hangingPunct="1">
                        <a:lnSpc>
                          <a:spcPct val="100000"/>
                        </a:lnSpc>
                        <a:spcBef>
                          <a:spcPct val="0"/>
                        </a:spcBef>
                        <a:spcAft>
                          <a:spcPct val="0"/>
                        </a:spcAft>
                        <a:buClr>
                          <a:schemeClr val="bg2"/>
                        </a:buClr>
                        <a:buSzTx/>
                        <a:buFontTx/>
                        <a:buNone/>
                        <a:tabLst/>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43249116"/>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