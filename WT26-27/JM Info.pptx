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15125700" cy="8496300"/>
  <p:defaultTextStyle>
    <a:defPPr>
      <a:defRPr lang="en-US"/>
    </a:defPPr>
    <a:lvl1pPr marL="0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1pPr>
    <a:lvl2pPr marL="276492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2pPr>
    <a:lvl3pPr marL="552983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3pPr>
    <a:lvl4pPr marL="829474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4pPr>
    <a:lvl5pPr marL="1105965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5pPr>
    <a:lvl6pPr marL="1382457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6pPr>
    <a:lvl7pPr marL="1658948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7pPr>
    <a:lvl8pPr marL="1935439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8pPr>
    <a:lvl9pPr marL="2211930" algn="l" defTabSz="552983" rtl="0" eaLnBrk="1" latinLnBrk="0" hangingPunct="1">
      <a:defRPr sz="10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43" userDrawn="1">
          <p15:clr>
            <a:srgbClr val="A4A3A4"/>
          </p15:clr>
        </p15:guide>
        <p15:guide id="2" pos="13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0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B5903-54D3-4898-BE3B-90EB5D4A3A6F}" v="2" dt="2021-09-29T14:02:01.68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2" autoAdjust="0"/>
    <p:restoredTop sz="94604"/>
  </p:normalViewPr>
  <p:slideViewPr>
    <p:cSldViewPr>
      <p:cViewPr varScale="1">
        <p:scale>
          <a:sx n="93" d="100"/>
          <a:sy n="93" d="100"/>
        </p:scale>
        <p:origin x="860" y="56"/>
      </p:cViewPr>
      <p:guideLst>
        <p:guide orient="horz" pos="1743"/>
        <p:guide pos="13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26F491-DEFA-4A4F-9216-32865F58A0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6554788" cy="425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D71BA-6725-5845-BD02-B51794F5ED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8567738" y="0"/>
            <a:ext cx="6554787" cy="425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5B672-855F-2346-80F3-E265BA0B7C4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50F4D-49C3-1241-96F0-2EC9CA8E72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070850"/>
            <a:ext cx="6554788" cy="425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FF288-FFFD-0D4C-B21B-B9CE6E8A54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8567738" y="8070850"/>
            <a:ext cx="6554787" cy="425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FEA93-CF1B-584F-84FC-E2F59D5140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478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554788" cy="425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567738" y="0"/>
            <a:ext cx="6554787" cy="425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40495-5269-8345-A3B6-530154E437A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14913" y="1062038"/>
            <a:ext cx="5095875" cy="2867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512888" y="4089400"/>
            <a:ext cx="12099925" cy="33448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070850"/>
            <a:ext cx="6554788" cy="425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567738" y="8070850"/>
            <a:ext cx="6554787" cy="425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53E93-22F4-BC48-97A5-1A12E7A82AA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859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1pPr>
    <a:lvl2pPr marL="276492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2pPr>
    <a:lvl3pPr marL="552983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3pPr>
    <a:lvl4pPr marL="829474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4pPr>
    <a:lvl5pPr marL="1105965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5pPr>
    <a:lvl6pPr marL="1382457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6pPr>
    <a:lvl7pPr marL="1658948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7pPr>
    <a:lvl8pPr marL="1935439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8pPr>
    <a:lvl9pPr marL="2211930" algn="l" defTabSz="552983" rtl="0" eaLnBrk="1" latinLnBrk="0" hangingPunct="1">
      <a:defRPr sz="7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 vorstellen. Name, Group Export, und dass ich selbst an der WU studiert habe.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 Pause machen. Kein Partner, keine Listung, keine Kunden in der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letzte Satz traegt die ganze Positionierung. Wir konkurrieren nicht ueber die Herkunft des Kaffees.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Ein Plan, der den Partner nicht mitdenkt, funktioniert bei uns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Betonen, dass wir eine Empfehlung wollen. Ein ehrliches Wir wissen es hier nicht ist mehr wert als eine erfundene 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Sagen, dass Mexiko bewusst dabei ist, obwohl es geografisch nicht Suedamerika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Beim Punkt Import erwaehnen, dass wir aus Wien liefern. Deshalb zaehlen EU Ursprung und Zoelle.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Hotels sind fuer uns die interessanteste Gruppe, weil dort Fruehstueck und Bar dazukommen.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Ehrlich sagen, dass wir darauf selbst noch keine gute Antwort haben.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Klarstellen, dass wir kein Wunschergebnis haben. Eine Widerlegung ist fuer uns wertvoll.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 Online Beobachten ist der Teil, der uns am meisten bringt.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Beim Roestereibesuch sagen, dass wir es vorhaben und den Termin noch intern klaeren.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Zum Schluss sagen, dass wir uns auf die Ergebnisse freuen.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8.png"/><Relationship Id="rId7" Type="http://schemas.openxmlformats.org/officeDocument/2006/relationships/image" Target="../media/image29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8.png"/><Relationship Id="rId7" Type="http://schemas.openxmlformats.org/officeDocument/2006/relationships/image" Target="../media/image34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18.png"/><Relationship Id="rId7" Type="http://schemas.openxmlformats.org/officeDocument/2006/relationships/image" Target="../media/image40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3.svg"/><Relationship Id="rId4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4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8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9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0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0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93E6F302-BB23-B848-AB8B-FD17E4567694}"/>
              </a:ext>
            </a:extLst>
          </p:cNvPr>
          <p:cNvSpPr/>
          <p:nvPr userDrawn="1"/>
        </p:nvSpPr>
        <p:spPr>
          <a:xfrm>
            <a:off x="7734010" y="4230861"/>
            <a:ext cx="0" cy="238723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4093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BD4354F4-BA50-9C43-B377-EF7DBE56ABD5}"/>
              </a:ext>
            </a:extLst>
          </p:cNvPr>
          <p:cNvSpPr/>
          <p:nvPr userDrawn="1"/>
        </p:nvSpPr>
        <p:spPr>
          <a:xfrm>
            <a:off x="4775494" y="4350147"/>
            <a:ext cx="2957788" cy="0"/>
          </a:xfrm>
          <a:custGeom>
            <a:avLst/>
            <a:gdLst/>
            <a:ahLst/>
            <a:cxnLst/>
            <a:rect l="l" t="t" r="r" b="b"/>
            <a:pathLst>
              <a:path w="4892675">
                <a:moveTo>
                  <a:pt x="0" y="0"/>
                </a:moveTo>
                <a:lnTo>
                  <a:pt x="489247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9DC9DC8C-E0EA-D146-BD51-144E11680C91}"/>
              </a:ext>
            </a:extLst>
          </p:cNvPr>
          <p:cNvSpPr/>
          <p:nvPr userDrawn="1"/>
        </p:nvSpPr>
        <p:spPr>
          <a:xfrm>
            <a:off x="4673384" y="4103663"/>
            <a:ext cx="186181" cy="206432"/>
          </a:xfrm>
          <a:custGeom>
            <a:avLst/>
            <a:gdLst/>
            <a:ahLst/>
            <a:cxnLst/>
            <a:rect l="l" t="t" r="r" b="b"/>
            <a:pathLst>
              <a:path w="307975" h="340995">
                <a:moveTo>
                  <a:pt x="21640" y="143073"/>
                </a:moveTo>
                <a:lnTo>
                  <a:pt x="36342" y="151105"/>
                </a:lnTo>
                <a:lnTo>
                  <a:pt x="50907" y="157389"/>
                </a:lnTo>
                <a:lnTo>
                  <a:pt x="65721" y="162611"/>
                </a:lnTo>
                <a:lnTo>
                  <a:pt x="81165" y="167457"/>
                </a:lnTo>
                <a:lnTo>
                  <a:pt x="111991" y="177553"/>
                </a:lnTo>
                <a:lnTo>
                  <a:pt x="182387" y="215429"/>
                </a:lnTo>
                <a:lnTo>
                  <a:pt x="223392" y="251150"/>
                </a:lnTo>
                <a:lnTo>
                  <a:pt x="263702" y="298546"/>
                </a:lnTo>
                <a:lnTo>
                  <a:pt x="287896" y="340494"/>
                </a:lnTo>
                <a:lnTo>
                  <a:pt x="305296" y="297467"/>
                </a:lnTo>
                <a:lnTo>
                  <a:pt x="307755" y="251820"/>
                </a:lnTo>
                <a:lnTo>
                  <a:pt x="295247" y="207521"/>
                </a:lnTo>
                <a:lnTo>
                  <a:pt x="267741" y="168536"/>
                </a:lnTo>
                <a:lnTo>
                  <a:pt x="140080" y="40876"/>
                </a:lnTo>
                <a:lnTo>
                  <a:pt x="108935" y="17373"/>
                </a:lnTo>
                <a:lnTo>
                  <a:pt x="36760" y="0"/>
                </a:lnTo>
                <a:lnTo>
                  <a:pt x="0" y="612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EDD74DF2-33DC-9F43-AEFB-FD16FDC5E863}"/>
              </a:ext>
            </a:extLst>
          </p:cNvPr>
          <p:cNvSpPr/>
          <p:nvPr userDrawn="1"/>
        </p:nvSpPr>
        <p:spPr>
          <a:xfrm>
            <a:off x="4683587" y="4212378"/>
            <a:ext cx="150089" cy="1406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4C76B4ED-9CD3-8B41-9651-5C606C49EFEF}"/>
              </a:ext>
            </a:extLst>
          </p:cNvPr>
          <p:cNvSpPr/>
          <p:nvPr userDrawn="1"/>
        </p:nvSpPr>
        <p:spPr>
          <a:xfrm>
            <a:off x="4562358" y="4051259"/>
            <a:ext cx="124377" cy="351357"/>
          </a:xfrm>
          <a:custGeom>
            <a:avLst/>
            <a:gdLst/>
            <a:ahLst/>
            <a:cxnLst/>
            <a:rect l="l" t="t" r="r" b="b"/>
            <a:pathLst>
              <a:path w="205740" h="580390">
                <a:moveTo>
                  <a:pt x="0" y="97917"/>
                </a:moveTo>
                <a:lnTo>
                  <a:pt x="2988" y="142935"/>
                </a:lnTo>
                <a:lnTo>
                  <a:pt x="11175" y="178614"/>
                </a:lnTo>
                <a:lnTo>
                  <a:pt x="23392" y="209132"/>
                </a:lnTo>
                <a:lnTo>
                  <a:pt x="38468" y="238671"/>
                </a:lnTo>
                <a:lnTo>
                  <a:pt x="57107" y="275465"/>
                </a:lnTo>
                <a:lnTo>
                  <a:pt x="74041" y="318784"/>
                </a:lnTo>
                <a:lnTo>
                  <a:pt x="86345" y="372839"/>
                </a:lnTo>
                <a:lnTo>
                  <a:pt x="91097" y="441845"/>
                </a:lnTo>
                <a:lnTo>
                  <a:pt x="89408" y="484137"/>
                </a:lnTo>
                <a:lnTo>
                  <a:pt x="84732" y="520731"/>
                </a:lnTo>
                <a:lnTo>
                  <a:pt x="77654" y="552477"/>
                </a:lnTo>
                <a:lnTo>
                  <a:pt x="68757" y="580224"/>
                </a:lnTo>
                <a:lnTo>
                  <a:pt x="113014" y="563159"/>
                </a:lnTo>
                <a:lnTo>
                  <a:pt x="150636" y="535532"/>
                </a:lnTo>
                <a:lnTo>
                  <a:pt x="179784" y="499157"/>
                </a:lnTo>
                <a:lnTo>
                  <a:pt x="198620" y="455851"/>
                </a:lnTo>
                <a:lnTo>
                  <a:pt x="205308" y="407428"/>
                </a:lnTo>
                <a:lnTo>
                  <a:pt x="205308" y="177787"/>
                </a:lnTo>
                <a:lnTo>
                  <a:pt x="198956" y="130521"/>
                </a:lnTo>
                <a:lnTo>
                  <a:pt x="181030" y="88048"/>
                </a:lnTo>
                <a:lnTo>
                  <a:pt x="153227" y="52065"/>
                </a:lnTo>
                <a:lnTo>
                  <a:pt x="117241" y="24265"/>
                </a:lnTo>
                <a:lnTo>
                  <a:pt x="74770" y="6345"/>
                </a:lnTo>
                <a:lnTo>
                  <a:pt x="27508" y="0"/>
                </a:lnTo>
                <a:lnTo>
                  <a:pt x="24066" y="0"/>
                </a:lnTo>
                <a:lnTo>
                  <a:pt x="20701" y="317"/>
                </a:lnTo>
                <a:lnTo>
                  <a:pt x="17297" y="508"/>
                </a:lnTo>
                <a:lnTo>
                  <a:pt x="10179" y="20437"/>
                </a:lnTo>
                <a:lnTo>
                  <a:pt x="4724" y="42606"/>
                </a:lnTo>
                <a:lnTo>
                  <a:pt x="1231" y="68078"/>
                </a:lnTo>
                <a:lnTo>
                  <a:pt x="0" y="97917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3C7C0C6F-B479-3B4F-ADD6-5E8507C78BA4}"/>
              </a:ext>
            </a:extLst>
          </p:cNvPr>
          <p:cNvSpPr/>
          <p:nvPr userDrawn="1"/>
        </p:nvSpPr>
        <p:spPr>
          <a:xfrm>
            <a:off x="4275285" y="3825814"/>
            <a:ext cx="320539" cy="580085"/>
          </a:xfrm>
          <a:custGeom>
            <a:avLst/>
            <a:gdLst/>
            <a:ahLst/>
            <a:cxnLst/>
            <a:rect l="l" t="t" r="r" b="b"/>
            <a:pathLst>
              <a:path w="530225" h="958215">
                <a:moveTo>
                  <a:pt x="438784" y="470319"/>
                </a:moveTo>
                <a:lnTo>
                  <a:pt x="442364" y="521635"/>
                </a:lnTo>
                <a:lnTo>
                  <a:pt x="451888" y="562506"/>
                </a:lnTo>
                <a:lnTo>
                  <a:pt x="465531" y="596708"/>
                </a:lnTo>
                <a:lnTo>
                  <a:pt x="481469" y="628014"/>
                </a:lnTo>
                <a:lnTo>
                  <a:pt x="498608" y="661837"/>
                </a:lnTo>
                <a:lnTo>
                  <a:pt x="514186" y="701609"/>
                </a:lnTo>
                <a:lnTo>
                  <a:pt x="525509" y="751142"/>
                </a:lnTo>
                <a:lnTo>
                  <a:pt x="529882" y="814247"/>
                </a:lnTo>
                <a:lnTo>
                  <a:pt x="527740" y="859352"/>
                </a:lnTo>
                <a:lnTo>
                  <a:pt x="521904" y="897448"/>
                </a:lnTo>
                <a:lnTo>
                  <a:pt x="513256" y="929787"/>
                </a:lnTo>
                <a:lnTo>
                  <a:pt x="502678" y="957618"/>
                </a:lnTo>
                <a:lnTo>
                  <a:pt x="502373" y="957630"/>
                </a:lnTo>
                <a:lnTo>
                  <a:pt x="455107" y="951279"/>
                </a:lnTo>
                <a:lnTo>
                  <a:pt x="412634" y="933355"/>
                </a:lnTo>
                <a:lnTo>
                  <a:pt x="376650" y="905554"/>
                </a:lnTo>
                <a:lnTo>
                  <a:pt x="348848" y="869569"/>
                </a:lnTo>
                <a:lnTo>
                  <a:pt x="330925" y="827097"/>
                </a:lnTo>
                <a:lnTo>
                  <a:pt x="324573" y="779830"/>
                </a:lnTo>
                <a:lnTo>
                  <a:pt x="324573" y="550189"/>
                </a:lnTo>
                <a:lnTo>
                  <a:pt x="329445" y="508700"/>
                </a:lnTo>
                <a:lnTo>
                  <a:pt x="343307" y="470708"/>
                </a:lnTo>
                <a:lnTo>
                  <a:pt x="365030" y="437337"/>
                </a:lnTo>
                <a:lnTo>
                  <a:pt x="393484" y="409714"/>
                </a:lnTo>
                <a:lnTo>
                  <a:pt x="393484" y="288315"/>
                </a:lnTo>
                <a:lnTo>
                  <a:pt x="389710" y="241549"/>
                </a:lnTo>
                <a:lnTo>
                  <a:pt x="378785" y="197185"/>
                </a:lnTo>
                <a:lnTo>
                  <a:pt x="361302" y="155817"/>
                </a:lnTo>
                <a:lnTo>
                  <a:pt x="337856" y="118039"/>
                </a:lnTo>
                <a:lnTo>
                  <a:pt x="309038" y="84445"/>
                </a:lnTo>
                <a:lnTo>
                  <a:pt x="275444" y="55628"/>
                </a:lnTo>
                <a:lnTo>
                  <a:pt x="237666" y="32181"/>
                </a:lnTo>
                <a:lnTo>
                  <a:pt x="196298" y="14698"/>
                </a:lnTo>
                <a:lnTo>
                  <a:pt x="151935" y="3773"/>
                </a:lnTo>
                <a:lnTo>
                  <a:pt x="105168" y="0"/>
                </a:lnTo>
                <a:lnTo>
                  <a:pt x="0" y="0"/>
                </a:lnTo>
                <a:lnTo>
                  <a:pt x="0" y="105181"/>
                </a:lnTo>
                <a:lnTo>
                  <a:pt x="3773" y="151947"/>
                </a:lnTo>
                <a:lnTo>
                  <a:pt x="14698" y="196311"/>
                </a:lnTo>
                <a:lnTo>
                  <a:pt x="32181" y="237679"/>
                </a:lnTo>
                <a:lnTo>
                  <a:pt x="55628" y="275456"/>
                </a:lnTo>
                <a:lnTo>
                  <a:pt x="84445" y="309051"/>
                </a:lnTo>
                <a:lnTo>
                  <a:pt x="118039" y="337868"/>
                </a:lnTo>
                <a:lnTo>
                  <a:pt x="155817" y="361315"/>
                </a:lnTo>
                <a:lnTo>
                  <a:pt x="197185" y="378798"/>
                </a:lnTo>
                <a:lnTo>
                  <a:pt x="241549" y="389723"/>
                </a:lnTo>
                <a:lnTo>
                  <a:pt x="288315" y="393496"/>
                </a:lnTo>
                <a:lnTo>
                  <a:pt x="340804" y="393496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B475B7DE-C0F6-9945-8520-4263495B58A0}"/>
              </a:ext>
            </a:extLst>
          </p:cNvPr>
          <p:cNvSpPr/>
          <p:nvPr userDrawn="1"/>
        </p:nvSpPr>
        <p:spPr>
          <a:xfrm>
            <a:off x="4324149" y="4087736"/>
            <a:ext cx="157390" cy="157611"/>
          </a:xfrm>
          <a:custGeom>
            <a:avLst/>
            <a:gdLst/>
            <a:ahLst/>
            <a:cxnLst/>
            <a:rect l="l" t="t" r="r" b="b"/>
            <a:pathLst>
              <a:path w="260350" h="260350">
                <a:moveTo>
                  <a:pt x="243662" y="146456"/>
                </a:moveTo>
                <a:lnTo>
                  <a:pt x="221651" y="183903"/>
                </a:lnTo>
                <a:lnTo>
                  <a:pt x="191960" y="215235"/>
                </a:lnTo>
                <a:lnTo>
                  <a:pt x="155854" y="239185"/>
                </a:lnTo>
                <a:lnTo>
                  <a:pt x="114601" y="254485"/>
                </a:lnTo>
                <a:lnTo>
                  <a:pt x="69469" y="259867"/>
                </a:lnTo>
                <a:lnTo>
                  <a:pt x="0" y="259867"/>
                </a:lnTo>
                <a:lnTo>
                  <a:pt x="0" y="190398"/>
                </a:lnTo>
                <a:lnTo>
                  <a:pt x="5029" y="146741"/>
                </a:lnTo>
                <a:lnTo>
                  <a:pt x="19354" y="106665"/>
                </a:lnTo>
                <a:lnTo>
                  <a:pt x="41832" y="71313"/>
                </a:lnTo>
                <a:lnTo>
                  <a:pt x="71320" y="41827"/>
                </a:lnTo>
                <a:lnTo>
                  <a:pt x="106675" y="19351"/>
                </a:lnTo>
                <a:lnTo>
                  <a:pt x="146753" y="5028"/>
                </a:lnTo>
                <a:lnTo>
                  <a:pt x="190411" y="0"/>
                </a:lnTo>
                <a:lnTo>
                  <a:pt x="259867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6FF0B47E-419F-824C-AB68-B99CB2F718DB}"/>
              </a:ext>
            </a:extLst>
          </p:cNvPr>
          <p:cNvSpPr/>
          <p:nvPr userDrawn="1"/>
        </p:nvSpPr>
        <p:spPr>
          <a:xfrm>
            <a:off x="4540281" y="3085216"/>
            <a:ext cx="0" cy="1030622"/>
          </a:xfrm>
          <a:custGeom>
            <a:avLst/>
            <a:gdLst/>
            <a:ahLst/>
            <a:cxnLst/>
            <a:rect l="l" t="t" r="r" b="b"/>
            <a:pathLst>
              <a:path h="1702434">
                <a:moveTo>
                  <a:pt x="0" y="0"/>
                </a:moveTo>
                <a:lnTo>
                  <a:pt x="0" y="1702168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6086D790-EEF4-A14A-AE7F-C4D5C6E3C828}"/>
              </a:ext>
            </a:extLst>
          </p:cNvPr>
          <p:cNvSpPr/>
          <p:nvPr userDrawn="1"/>
        </p:nvSpPr>
        <p:spPr>
          <a:xfrm>
            <a:off x="4421160" y="3084364"/>
            <a:ext cx="238389" cy="0"/>
          </a:xfrm>
          <a:custGeom>
            <a:avLst/>
            <a:gdLst/>
            <a:ahLst/>
            <a:cxnLst/>
            <a:rect l="l" t="t" r="r" b="b"/>
            <a:pathLst>
              <a:path w="394334">
                <a:moveTo>
                  <a:pt x="0" y="0"/>
                </a:moveTo>
                <a:lnTo>
                  <a:pt x="394106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21B755A-68BC-D44B-B690-9803766728FE}"/>
              </a:ext>
            </a:extLst>
          </p:cNvPr>
          <p:cNvSpPr/>
          <p:nvPr userDrawn="1"/>
        </p:nvSpPr>
        <p:spPr>
          <a:xfrm>
            <a:off x="7881998" y="3936984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012388EF-AB48-6B4C-8C01-8123A445327C}"/>
              </a:ext>
            </a:extLst>
          </p:cNvPr>
          <p:cNvSpPr/>
          <p:nvPr userDrawn="1"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237" y="1649149"/>
            <a:ext cx="7886796" cy="461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TITLE OF PRESENTATION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6B049F-72AB-6A4A-9069-9B139B3BE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3523" y="2202710"/>
            <a:ext cx="4376222" cy="3229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spcBef>
                <a:spcPts val="1451"/>
              </a:spcBef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6511FB-F2C7-724C-BB7E-24358DC540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95409" y="2664010"/>
            <a:ext cx="3132453" cy="276780"/>
          </a:xfrm>
        </p:spPr>
        <p:txBody>
          <a:bodyPr>
            <a:noAutofit/>
          </a:bodyPr>
          <a:lstStyle>
            <a:lvl1pPr algn="ctr">
              <a:defRPr sz="1814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date</a:t>
            </a:r>
          </a:p>
          <a:p>
            <a:pPr lvl="0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8070" y="1649149"/>
            <a:ext cx="5484332" cy="461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TITLE OF PRESENTATION</a:t>
            </a:r>
            <a:endParaRPr lang="en-US" dirty="0"/>
          </a:p>
        </p:txBody>
      </p:sp>
      <p:grpSp>
        <p:nvGrpSpPr>
          <p:cNvPr id="18" name="object 4">
            <a:extLst>
              <a:ext uri="{FF2B5EF4-FFF2-40B4-BE49-F238E27FC236}">
                <a16:creationId xmlns:a16="http://schemas.microsoft.com/office/drawing/2014/main" id="{87D61415-5C40-EE4B-BC37-F6E339CFF626}"/>
              </a:ext>
            </a:extLst>
          </p:cNvPr>
          <p:cNvGrpSpPr/>
          <p:nvPr userDrawn="1"/>
        </p:nvGrpSpPr>
        <p:grpSpPr>
          <a:xfrm>
            <a:off x="1528950" y="3824799"/>
            <a:ext cx="590022" cy="585852"/>
            <a:chOff x="2529139" y="6278362"/>
            <a:chExt cx="975994" cy="967740"/>
          </a:xfrm>
        </p:grpSpPr>
        <p:sp>
          <p:nvSpPr>
            <p:cNvPr id="19" name="object 5">
              <a:extLst>
                <a:ext uri="{FF2B5EF4-FFF2-40B4-BE49-F238E27FC236}">
                  <a16:creationId xmlns:a16="http://schemas.microsoft.com/office/drawing/2014/main" id="{5F4ABEEF-4D57-4946-BCC1-9E2C5317F3AE}"/>
                </a:ext>
              </a:extLst>
            </p:cNvPr>
            <p:cNvSpPr/>
            <p:nvPr/>
          </p:nvSpPr>
          <p:spPr>
            <a:xfrm>
              <a:off x="3192433" y="6742094"/>
              <a:ext cx="307975" cy="340995"/>
            </a:xfrm>
            <a:custGeom>
              <a:avLst/>
              <a:gdLst/>
              <a:ahLst/>
              <a:cxnLst/>
              <a:rect l="l" t="t" r="r" b="b"/>
              <a:pathLst>
                <a:path w="307975" h="340995">
                  <a:moveTo>
                    <a:pt x="21653" y="143068"/>
                  </a:moveTo>
                  <a:lnTo>
                    <a:pt x="36353" y="151105"/>
                  </a:lnTo>
                  <a:lnTo>
                    <a:pt x="50915" y="157388"/>
                  </a:lnTo>
                  <a:lnTo>
                    <a:pt x="65728" y="162608"/>
                  </a:lnTo>
                  <a:lnTo>
                    <a:pt x="81178" y="167452"/>
                  </a:lnTo>
                  <a:lnTo>
                    <a:pt x="112004" y="177548"/>
                  </a:lnTo>
                  <a:lnTo>
                    <a:pt x="182394" y="215424"/>
                  </a:lnTo>
                  <a:lnTo>
                    <a:pt x="223393" y="251145"/>
                  </a:lnTo>
                  <a:lnTo>
                    <a:pt x="263713" y="298541"/>
                  </a:lnTo>
                  <a:lnTo>
                    <a:pt x="287909" y="340489"/>
                  </a:lnTo>
                  <a:lnTo>
                    <a:pt x="305308" y="297461"/>
                  </a:lnTo>
                  <a:lnTo>
                    <a:pt x="307768" y="251815"/>
                  </a:lnTo>
                  <a:lnTo>
                    <a:pt x="295259" y="207515"/>
                  </a:lnTo>
                  <a:lnTo>
                    <a:pt x="267754" y="168531"/>
                  </a:lnTo>
                  <a:lnTo>
                    <a:pt x="140093" y="40871"/>
                  </a:lnTo>
                  <a:lnTo>
                    <a:pt x="108947" y="17370"/>
                  </a:lnTo>
                  <a:lnTo>
                    <a:pt x="36768" y="0"/>
                  </a:lnTo>
                  <a:lnTo>
                    <a:pt x="0" y="612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2DD8E002-5DC0-7C4F-9E17-B17B5C444352}"/>
                </a:ext>
              </a:extLst>
            </p:cNvPr>
            <p:cNvSpPr/>
            <p:nvPr/>
          </p:nvSpPr>
          <p:spPr>
            <a:xfrm>
              <a:off x="3209321" y="6921670"/>
              <a:ext cx="248272" cy="23233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21" name="object 7">
              <a:extLst>
                <a:ext uri="{FF2B5EF4-FFF2-40B4-BE49-F238E27FC236}">
                  <a16:creationId xmlns:a16="http://schemas.microsoft.com/office/drawing/2014/main" id="{4667DCCD-4252-2946-8646-2C51F75955D5}"/>
                </a:ext>
              </a:extLst>
            </p:cNvPr>
            <p:cNvSpPr/>
            <p:nvPr/>
          </p:nvSpPr>
          <p:spPr>
            <a:xfrm>
              <a:off x="3008778" y="6655526"/>
              <a:ext cx="205740" cy="580390"/>
            </a:xfrm>
            <a:custGeom>
              <a:avLst/>
              <a:gdLst/>
              <a:ahLst/>
              <a:cxnLst/>
              <a:rect l="l" t="t" r="r" b="b"/>
              <a:pathLst>
                <a:path w="205739" h="580390">
                  <a:moveTo>
                    <a:pt x="0" y="97917"/>
                  </a:moveTo>
                  <a:lnTo>
                    <a:pt x="2988" y="142935"/>
                  </a:lnTo>
                  <a:lnTo>
                    <a:pt x="11175" y="178614"/>
                  </a:lnTo>
                  <a:lnTo>
                    <a:pt x="23392" y="209132"/>
                  </a:lnTo>
                  <a:lnTo>
                    <a:pt x="38468" y="238671"/>
                  </a:lnTo>
                  <a:lnTo>
                    <a:pt x="57114" y="275465"/>
                  </a:lnTo>
                  <a:lnTo>
                    <a:pt x="74052" y="318784"/>
                  </a:lnTo>
                  <a:lnTo>
                    <a:pt x="86358" y="372839"/>
                  </a:lnTo>
                  <a:lnTo>
                    <a:pt x="91109" y="441845"/>
                  </a:lnTo>
                  <a:lnTo>
                    <a:pt x="89421" y="484137"/>
                  </a:lnTo>
                  <a:lnTo>
                    <a:pt x="84745" y="520731"/>
                  </a:lnTo>
                  <a:lnTo>
                    <a:pt x="77667" y="552477"/>
                  </a:lnTo>
                  <a:lnTo>
                    <a:pt x="68770" y="580224"/>
                  </a:lnTo>
                  <a:lnTo>
                    <a:pt x="113021" y="563159"/>
                  </a:lnTo>
                  <a:lnTo>
                    <a:pt x="150638" y="535532"/>
                  </a:lnTo>
                  <a:lnTo>
                    <a:pt x="179785" y="499157"/>
                  </a:lnTo>
                  <a:lnTo>
                    <a:pt x="198620" y="455851"/>
                  </a:lnTo>
                  <a:lnTo>
                    <a:pt x="205308" y="407428"/>
                  </a:lnTo>
                  <a:lnTo>
                    <a:pt x="205308" y="177787"/>
                  </a:lnTo>
                  <a:lnTo>
                    <a:pt x="198957" y="130521"/>
                  </a:lnTo>
                  <a:lnTo>
                    <a:pt x="181033" y="88048"/>
                  </a:lnTo>
                  <a:lnTo>
                    <a:pt x="153233" y="52065"/>
                  </a:lnTo>
                  <a:lnTo>
                    <a:pt x="117251" y="24265"/>
                  </a:lnTo>
                  <a:lnTo>
                    <a:pt x="74781" y="6345"/>
                  </a:lnTo>
                  <a:lnTo>
                    <a:pt x="27520" y="0"/>
                  </a:lnTo>
                  <a:lnTo>
                    <a:pt x="24079" y="0"/>
                  </a:lnTo>
                  <a:lnTo>
                    <a:pt x="20701" y="317"/>
                  </a:lnTo>
                  <a:lnTo>
                    <a:pt x="17297" y="508"/>
                  </a:lnTo>
                  <a:lnTo>
                    <a:pt x="10179" y="20437"/>
                  </a:lnTo>
                  <a:lnTo>
                    <a:pt x="4724" y="42606"/>
                  </a:lnTo>
                  <a:lnTo>
                    <a:pt x="1231" y="68078"/>
                  </a:lnTo>
                  <a:lnTo>
                    <a:pt x="0" y="9791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22" name="object 8">
              <a:extLst>
                <a:ext uri="{FF2B5EF4-FFF2-40B4-BE49-F238E27FC236}">
                  <a16:creationId xmlns:a16="http://schemas.microsoft.com/office/drawing/2014/main" id="{D4881D06-32E3-794B-ADFF-8E3157C62323}"/>
                </a:ext>
              </a:extLst>
            </p:cNvPr>
            <p:cNvSpPr/>
            <p:nvPr/>
          </p:nvSpPr>
          <p:spPr>
            <a:xfrm>
              <a:off x="2533901" y="6283124"/>
              <a:ext cx="530225" cy="958215"/>
            </a:xfrm>
            <a:custGeom>
              <a:avLst/>
              <a:gdLst/>
              <a:ahLst/>
              <a:cxnLst/>
              <a:rect l="l" t="t" r="r" b="b"/>
              <a:pathLst>
                <a:path w="530225" h="958215">
                  <a:moveTo>
                    <a:pt x="438797" y="470319"/>
                  </a:moveTo>
                  <a:lnTo>
                    <a:pt x="442379" y="521635"/>
                  </a:lnTo>
                  <a:lnTo>
                    <a:pt x="451905" y="562506"/>
                  </a:lnTo>
                  <a:lnTo>
                    <a:pt x="465549" y="596708"/>
                  </a:lnTo>
                  <a:lnTo>
                    <a:pt x="481482" y="628015"/>
                  </a:lnTo>
                  <a:lnTo>
                    <a:pt x="498621" y="661837"/>
                  </a:lnTo>
                  <a:lnTo>
                    <a:pt x="514199" y="701609"/>
                  </a:lnTo>
                  <a:lnTo>
                    <a:pt x="525521" y="751142"/>
                  </a:lnTo>
                  <a:lnTo>
                    <a:pt x="529894" y="814247"/>
                  </a:lnTo>
                  <a:lnTo>
                    <a:pt x="527755" y="859352"/>
                  </a:lnTo>
                  <a:lnTo>
                    <a:pt x="521922" y="897448"/>
                  </a:lnTo>
                  <a:lnTo>
                    <a:pt x="513274" y="929787"/>
                  </a:lnTo>
                  <a:lnTo>
                    <a:pt x="502691" y="957618"/>
                  </a:lnTo>
                  <a:lnTo>
                    <a:pt x="502386" y="957630"/>
                  </a:lnTo>
                  <a:lnTo>
                    <a:pt x="455121" y="951279"/>
                  </a:lnTo>
                  <a:lnTo>
                    <a:pt x="412650" y="933355"/>
                  </a:lnTo>
                  <a:lnTo>
                    <a:pt x="376669" y="905554"/>
                  </a:lnTo>
                  <a:lnTo>
                    <a:pt x="348870" y="869569"/>
                  </a:lnTo>
                  <a:lnTo>
                    <a:pt x="330949" y="827097"/>
                  </a:lnTo>
                  <a:lnTo>
                    <a:pt x="324599" y="779830"/>
                  </a:lnTo>
                  <a:lnTo>
                    <a:pt x="324599" y="550189"/>
                  </a:lnTo>
                  <a:lnTo>
                    <a:pt x="329471" y="508700"/>
                  </a:lnTo>
                  <a:lnTo>
                    <a:pt x="343333" y="470708"/>
                  </a:lnTo>
                  <a:lnTo>
                    <a:pt x="365056" y="437337"/>
                  </a:lnTo>
                  <a:lnTo>
                    <a:pt x="393509" y="409714"/>
                  </a:lnTo>
                  <a:lnTo>
                    <a:pt x="393509" y="288315"/>
                  </a:lnTo>
                  <a:lnTo>
                    <a:pt x="389735" y="241549"/>
                  </a:lnTo>
                  <a:lnTo>
                    <a:pt x="378810" y="197185"/>
                  </a:lnTo>
                  <a:lnTo>
                    <a:pt x="361327" y="155817"/>
                  </a:lnTo>
                  <a:lnTo>
                    <a:pt x="337880" y="118039"/>
                  </a:lnTo>
                  <a:lnTo>
                    <a:pt x="309062" y="84445"/>
                  </a:lnTo>
                  <a:lnTo>
                    <a:pt x="275466" y="55628"/>
                  </a:lnTo>
                  <a:lnTo>
                    <a:pt x="237687" y="32181"/>
                  </a:lnTo>
                  <a:lnTo>
                    <a:pt x="196317" y="14698"/>
                  </a:lnTo>
                  <a:lnTo>
                    <a:pt x="151951" y="3773"/>
                  </a:lnTo>
                  <a:lnTo>
                    <a:pt x="105181" y="0"/>
                  </a:lnTo>
                  <a:lnTo>
                    <a:pt x="0" y="0"/>
                  </a:lnTo>
                  <a:lnTo>
                    <a:pt x="0" y="105181"/>
                  </a:lnTo>
                  <a:lnTo>
                    <a:pt x="3773" y="151947"/>
                  </a:lnTo>
                  <a:lnTo>
                    <a:pt x="14699" y="196311"/>
                  </a:lnTo>
                  <a:lnTo>
                    <a:pt x="32183" y="237679"/>
                  </a:lnTo>
                  <a:lnTo>
                    <a:pt x="55631" y="275456"/>
                  </a:lnTo>
                  <a:lnTo>
                    <a:pt x="84450" y="309051"/>
                  </a:lnTo>
                  <a:lnTo>
                    <a:pt x="118045" y="337868"/>
                  </a:lnTo>
                  <a:lnTo>
                    <a:pt x="155823" y="361315"/>
                  </a:lnTo>
                  <a:lnTo>
                    <a:pt x="197190" y="378798"/>
                  </a:lnTo>
                  <a:lnTo>
                    <a:pt x="241552" y="389723"/>
                  </a:lnTo>
                  <a:lnTo>
                    <a:pt x="288315" y="393496"/>
                  </a:lnTo>
                  <a:lnTo>
                    <a:pt x="340817" y="393496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23" name="object 9">
              <a:extLst>
                <a:ext uri="{FF2B5EF4-FFF2-40B4-BE49-F238E27FC236}">
                  <a16:creationId xmlns:a16="http://schemas.microsoft.com/office/drawing/2014/main" id="{D90CE634-5F60-3644-8CD4-74DB9173316F}"/>
                </a:ext>
              </a:extLst>
            </p:cNvPr>
            <p:cNvSpPr/>
            <p:nvPr/>
          </p:nvSpPr>
          <p:spPr>
            <a:xfrm>
              <a:off x="2614737" y="6715780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43662" y="146456"/>
                  </a:moveTo>
                  <a:lnTo>
                    <a:pt x="221656" y="183903"/>
                  </a:lnTo>
                  <a:lnTo>
                    <a:pt x="191965" y="215235"/>
                  </a:lnTo>
                  <a:lnTo>
                    <a:pt x="155857" y="239185"/>
                  </a:lnTo>
                  <a:lnTo>
                    <a:pt x="114602" y="254485"/>
                  </a:lnTo>
                  <a:lnTo>
                    <a:pt x="69469" y="259867"/>
                  </a:lnTo>
                  <a:lnTo>
                    <a:pt x="0" y="259867"/>
                  </a:lnTo>
                  <a:lnTo>
                    <a:pt x="0" y="190398"/>
                  </a:lnTo>
                  <a:lnTo>
                    <a:pt x="5029" y="146741"/>
                  </a:lnTo>
                  <a:lnTo>
                    <a:pt x="19354" y="106665"/>
                  </a:lnTo>
                  <a:lnTo>
                    <a:pt x="41833" y="71313"/>
                  </a:lnTo>
                  <a:lnTo>
                    <a:pt x="71323" y="41827"/>
                  </a:lnTo>
                  <a:lnTo>
                    <a:pt x="106680" y="19351"/>
                  </a:lnTo>
                  <a:lnTo>
                    <a:pt x="146761" y="5028"/>
                  </a:lnTo>
                  <a:lnTo>
                    <a:pt x="190423" y="0"/>
                  </a:lnTo>
                  <a:lnTo>
                    <a:pt x="25988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</p:grpSp>
      <p:sp>
        <p:nvSpPr>
          <p:cNvPr id="24" name="object 11">
            <a:extLst>
              <a:ext uri="{FF2B5EF4-FFF2-40B4-BE49-F238E27FC236}">
                <a16:creationId xmlns:a16="http://schemas.microsoft.com/office/drawing/2014/main" id="{5FA6EF56-5822-EE4A-BDB9-71A8AAE014BB}"/>
              </a:ext>
            </a:extLst>
          </p:cNvPr>
          <p:cNvSpPr/>
          <p:nvPr userDrawn="1"/>
        </p:nvSpPr>
        <p:spPr>
          <a:xfrm>
            <a:off x="1796851" y="1119250"/>
            <a:ext cx="5525509" cy="3002623"/>
          </a:xfrm>
          <a:custGeom>
            <a:avLst/>
            <a:gdLst>
              <a:gd name="connsiteX0" fmla="*/ 1082687 w 9140113"/>
              <a:gd name="connsiteY0" fmla="*/ 3762197 h 4959601"/>
              <a:gd name="connsiteX1" fmla="*/ 9135884 w 9140113"/>
              <a:gd name="connsiteY1" fmla="*/ 3762197 h 4959601"/>
              <a:gd name="connsiteX2" fmla="*/ 9135884 w 9140113"/>
              <a:gd name="connsiteY2" fmla="*/ 305968 h 4959601"/>
              <a:gd name="connsiteX3" fmla="*/ 8826703 w 9140113"/>
              <a:gd name="connsiteY3" fmla="*/ 305968 h 4959601"/>
              <a:gd name="connsiteX4" fmla="*/ 8826703 w 9140113"/>
              <a:gd name="connsiteY4" fmla="*/ 0 h 4959601"/>
              <a:gd name="connsiteX5" fmla="*/ 0 w 9140113"/>
              <a:gd name="connsiteY5" fmla="*/ 0 h 4959601"/>
              <a:gd name="connsiteX6" fmla="*/ 0 w 9140113"/>
              <a:gd name="connsiteY6" fmla="*/ 1474203 h 4959601"/>
              <a:gd name="connsiteX0" fmla="*/ 0 w 9140113"/>
              <a:gd name="connsiteY0" fmla="*/ 1474203 h 4959601"/>
              <a:gd name="connsiteX1" fmla="*/ 0 w 9140113"/>
              <a:gd name="connsiteY1" fmla="*/ 4959601 h 4959601"/>
              <a:gd name="connsiteX0" fmla="*/ 9140113 w 9140113"/>
              <a:gd name="connsiteY0" fmla="*/ 764946 h 4959601"/>
              <a:gd name="connsiteX1" fmla="*/ 8979700 w 9140113"/>
              <a:gd name="connsiteY1" fmla="*/ 764946 h 4959601"/>
              <a:gd name="connsiteX2" fmla="*/ 8979700 w 9140113"/>
              <a:gd name="connsiteY2" fmla="*/ 0 h 4959601"/>
              <a:gd name="connsiteX3" fmla="*/ 9135884 w 9140113"/>
              <a:gd name="connsiteY3" fmla="*/ 0 h 4959601"/>
              <a:gd name="connsiteX4" fmla="*/ 9135884 w 9140113"/>
              <a:gd name="connsiteY4" fmla="*/ 152984 h 4959601"/>
              <a:gd name="connsiteX5" fmla="*/ 8367725 w 9140113"/>
              <a:gd name="connsiteY5" fmla="*/ 152984 h 4959601"/>
              <a:gd name="connsiteX6" fmla="*/ 8367725 w 9140113"/>
              <a:gd name="connsiteY6" fmla="*/ 0 h 4959601"/>
              <a:gd name="connsiteX0" fmla="*/ 9059392 w 9140113"/>
              <a:gd name="connsiteY0" fmla="*/ 305968 h 4959601"/>
              <a:gd name="connsiteX1" fmla="*/ 9059392 w 9140113"/>
              <a:gd name="connsiteY1" fmla="*/ 229489 h 4959601"/>
              <a:gd name="connsiteX2" fmla="*/ 8903208 w 9140113"/>
              <a:gd name="connsiteY2" fmla="*/ 229489 h 4959601"/>
              <a:gd name="connsiteX3" fmla="*/ 8903208 w 9140113"/>
              <a:gd name="connsiteY3" fmla="*/ 76479 h 4959601"/>
              <a:gd name="connsiteX4" fmla="*/ 8826703 w 9140113"/>
              <a:gd name="connsiteY4" fmla="*/ 76479 h 495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113" h="4959601">
                <a:moveTo>
                  <a:pt x="1082687" y="3762197"/>
                </a:moveTo>
                <a:lnTo>
                  <a:pt x="9135884" y="3762197"/>
                </a:lnTo>
                <a:lnTo>
                  <a:pt x="9135884" y="305968"/>
                </a:lnTo>
                <a:lnTo>
                  <a:pt x="8826703" y="305968"/>
                </a:lnTo>
                <a:lnTo>
                  <a:pt x="8826703" y="0"/>
                </a:lnTo>
                <a:lnTo>
                  <a:pt x="0" y="0"/>
                </a:lnTo>
                <a:lnTo>
                  <a:pt x="0" y="1474203"/>
                </a:lnTo>
              </a:path>
              <a:path w="9140113" h="4959601">
                <a:moveTo>
                  <a:pt x="0" y="1474203"/>
                </a:moveTo>
                <a:lnTo>
                  <a:pt x="0" y="4959601"/>
                </a:lnTo>
              </a:path>
              <a:path w="9140113" h="4959601">
                <a:moveTo>
                  <a:pt x="9140113" y="764946"/>
                </a:moveTo>
                <a:lnTo>
                  <a:pt x="8979700" y="764946"/>
                </a:lnTo>
                <a:lnTo>
                  <a:pt x="8979700" y="0"/>
                </a:lnTo>
                <a:lnTo>
                  <a:pt x="9135884" y="0"/>
                </a:lnTo>
                <a:lnTo>
                  <a:pt x="9135884" y="152984"/>
                </a:lnTo>
                <a:lnTo>
                  <a:pt x="8367725" y="152984"/>
                </a:lnTo>
                <a:lnTo>
                  <a:pt x="8367725" y="0"/>
                </a:lnTo>
              </a:path>
              <a:path w="9140113" h="4959601">
                <a:moveTo>
                  <a:pt x="9059392" y="305968"/>
                </a:moveTo>
                <a:lnTo>
                  <a:pt x="9059392" y="229489"/>
                </a:lnTo>
                <a:lnTo>
                  <a:pt x="8903208" y="229489"/>
                </a:lnTo>
                <a:lnTo>
                  <a:pt x="8903208" y="76479"/>
                </a:lnTo>
                <a:lnTo>
                  <a:pt x="8826703" y="7647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00AC1CE2-3567-C445-B43A-01DD98E9B461}"/>
              </a:ext>
            </a:extLst>
          </p:cNvPr>
          <p:cNvSpPr/>
          <p:nvPr userDrawn="1"/>
        </p:nvSpPr>
        <p:spPr>
          <a:xfrm>
            <a:off x="2451371" y="3278270"/>
            <a:ext cx="0" cy="238723"/>
          </a:xfrm>
          <a:custGeom>
            <a:avLst/>
            <a:gdLst/>
            <a:ahLst/>
            <a:cxnLst/>
            <a:rect l="l" t="t" r="r" b="b"/>
            <a:pathLst>
              <a:path h="394335">
                <a:moveTo>
                  <a:pt x="0" y="394106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3" name="object 14">
            <a:extLst>
              <a:ext uri="{FF2B5EF4-FFF2-40B4-BE49-F238E27FC236}">
                <a16:creationId xmlns:a16="http://schemas.microsoft.com/office/drawing/2014/main" id="{31B6D192-6457-984E-8759-2D4AD89F0574}"/>
              </a:ext>
            </a:extLst>
          </p:cNvPr>
          <p:cNvSpPr/>
          <p:nvPr userDrawn="1"/>
        </p:nvSpPr>
        <p:spPr>
          <a:xfrm>
            <a:off x="7881998" y="3936984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4" name="object 15">
            <a:extLst>
              <a:ext uri="{FF2B5EF4-FFF2-40B4-BE49-F238E27FC236}">
                <a16:creationId xmlns:a16="http://schemas.microsoft.com/office/drawing/2014/main" id="{C5DFC42D-4065-2F41-B6F4-A51667F6E585}"/>
              </a:ext>
            </a:extLst>
          </p:cNvPr>
          <p:cNvSpPr/>
          <p:nvPr userDrawn="1"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8" name="object 4">
            <a:extLst>
              <a:ext uri="{FF2B5EF4-FFF2-40B4-BE49-F238E27FC236}">
                <a16:creationId xmlns:a16="http://schemas.microsoft.com/office/drawing/2014/main" id="{DB9B7617-B3B7-DA45-97B0-78675B518BDE}"/>
              </a:ext>
            </a:extLst>
          </p:cNvPr>
          <p:cNvSpPr/>
          <p:nvPr userDrawn="1"/>
        </p:nvSpPr>
        <p:spPr>
          <a:xfrm>
            <a:off x="7734010" y="4230861"/>
            <a:ext cx="0" cy="238723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4093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9" name="object 5">
            <a:extLst>
              <a:ext uri="{FF2B5EF4-FFF2-40B4-BE49-F238E27FC236}">
                <a16:creationId xmlns:a16="http://schemas.microsoft.com/office/drawing/2014/main" id="{78D1626F-CA26-644A-ACBE-8C5DC322A162}"/>
              </a:ext>
            </a:extLst>
          </p:cNvPr>
          <p:cNvSpPr/>
          <p:nvPr userDrawn="1"/>
        </p:nvSpPr>
        <p:spPr>
          <a:xfrm>
            <a:off x="2028332" y="4350147"/>
            <a:ext cx="5701965" cy="0"/>
          </a:xfrm>
          <a:custGeom>
            <a:avLst/>
            <a:gdLst/>
            <a:ahLst/>
            <a:cxnLst/>
            <a:rect l="l" t="t" r="r" b="b"/>
            <a:pathLst>
              <a:path w="4892675">
                <a:moveTo>
                  <a:pt x="0" y="0"/>
                </a:moveTo>
                <a:lnTo>
                  <a:pt x="489247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8631E32-5A45-4941-9813-D57407BCFB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3523" y="2202710"/>
            <a:ext cx="4376222" cy="3229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spcBef>
                <a:spcPts val="1451"/>
              </a:spcBef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 of the presentation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01432AC2-6E29-FA46-BC44-AFCFA2D610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5409" y="2664010"/>
            <a:ext cx="3132453" cy="276780"/>
          </a:xfrm>
        </p:spPr>
        <p:txBody>
          <a:bodyPr>
            <a:noAutofit/>
          </a:bodyPr>
          <a:lstStyle>
            <a:lvl1pPr algn="ctr">
              <a:defRPr sz="1814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date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461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nt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21B755A-68BC-D44B-B690-9803766728FE}"/>
              </a:ext>
            </a:extLst>
          </p:cNvPr>
          <p:cNvSpPr/>
          <p:nvPr userDrawn="1"/>
        </p:nvSpPr>
        <p:spPr>
          <a:xfrm>
            <a:off x="7881998" y="3936984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012388EF-AB48-6B4C-8C01-8123A445327C}"/>
              </a:ext>
            </a:extLst>
          </p:cNvPr>
          <p:cNvSpPr/>
          <p:nvPr userDrawn="1"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237" y="1649149"/>
            <a:ext cx="7886796" cy="461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TITLE OF PRESENTATION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6B049F-72AB-6A4A-9069-9B139B3BE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3523" y="2202710"/>
            <a:ext cx="4376222" cy="3229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spcBef>
                <a:spcPts val="1451"/>
              </a:spcBef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6511FB-F2C7-724C-BB7E-24358DC540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95409" y="2664010"/>
            <a:ext cx="3132453" cy="276780"/>
          </a:xfrm>
        </p:spPr>
        <p:txBody>
          <a:bodyPr>
            <a:noAutofit/>
          </a:bodyPr>
          <a:lstStyle>
            <a:lvl1pPr algn="ctr">
              <a:defRPr sz="1814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date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164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t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 object 16">
            <a:extLst>
              <a:ext uri="{FF2B5EF4-FFF2-40B4-BE49-F238E27FC236}">
                <a16:creationId xmlns:a16="http://schemas.microsoft.com/office/drawing/2014/main" id="{52439AEA-CBF7-2E41-AE02-F24559440EAE}"/>
              </a:ext>
            </a:extLst>
          </p:cNvPr>
          <p:cNvSpPr/>
          <p:nvPr userDrawn="1"/>
        </p:nvSpPr>
        <p:spPr>
          <a:xfrm>
            <a:off x="-1" y="0"/>
            <a:ext cx="9153684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7C442305-AE3D-1B46-A4C7-6520C31C6103}"/>
              </a:ext>
            </a:extLst>
          </p:cNvPr>
          <p:cNvGrpSpPr/>
          <p:nvPr userDrawn="1"/>
        </p:nvGrpSpPr>
        <p:grpSpPr>
          <a:xfrm>
            <a:off x="428736" y="3826979"/>
            <a:ext cx="584286" cy="580085"/>
            <a:chOff x="2533901" y="6283124"/>
            <a:chExt cx="966507" cy="958215"/>
          </a:xfrm>
        </p:grpSpPr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9B96B544-A901-A74A-83CA-B266C219C246}"/>
                </a:ext>
              </a:extLst>
            </p:cNvPr>
            <p:cNvSpPr/>
            <p:nvPr/>
          </p:nvSpPr>
          <p:spPr>
            <a:xfrm>
              <a:off x="3192433" y="6742094"/>
              <a:ext cx="307975" cy="340995"/>
            </a:xfrm>
            <a:custGeom>
              <a:avLst/>
              <a:gdLst/>
              <a:ahLst/>
              <a:cxnLst/>
              <a:rect l="l" t="t" r="r" b="b"/>
              <a:pathLst>
                <a:path w="307975" h="340995">
                  <a:moveTo>
                    <a:pt x="21653" y="143068"/>
                  </a:moveTo>
                  <a:lnTo>
                    <a:pt x="36353" y="151105"/>
                  </a:lnTo>
                  <a:lnTo>
                    <a:pt x="50915" y="157388"/>
                  </a:lnTo>
                  <a:lnTo>
                    <a:pt x="65728" y="162608"/>
                  </a:lnTo>
                  <a:lnTo>
                    <a:pt x="81178" y="167452"/>
                  </a:lnTo>
                  <a:lnTo>
                    <a:pt x="112004" y="177548"/>
                  </a:lnTo>
                  <a:lnTo>
                    <a:pt x="182394" y="215424"/>
                  </a:lnTo>
                  <a:lnTo>
                    <a:pt x="223393" y="251145"/>
                  </a:lnTo>
                  <a:lnTo>
                    <a:pt x="263713" y="298541"/>
                  </a:lnTo>
                  <a:lnTo>
                    <a:pt x="287909" y="340489"/>
                  </a:lnTo>
                  <a:lnTo>
                    <a:pt x="305308" y="297461"/>
                  </a:lnTo>
                  <a:lnTo>
                    <a:pt x="307768" y="251815"/>
                  </a:lnTo>
                  <a:lnTo>
                    <a:pt x="295259" y="207515"/>
                  </a:lnTo>
                  <a:lnTo>
                    <a:pt x="267754" y="168531"/>
                  </a:lnTo>
                  <a:lnTo>
                    <a:pt x="140093" y="40871"/>
                  </a:lnTo>
                  <a:lnTo>
                    <a:pt x="108947" y="17370"/>
                  </a:lnTo>
                  <a:lnTo>
                    <a:pt x="36768" y="0"/>
                  </a:lnTo>
                  <a:lnTo>
                    <a:pt x="0" y="612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3895C36-1E55-1B49-B71E-00CA62BD372A}"/>
                </a:ext>
              </a:extLst>
            </p:cNvPr>
            <p:cNvSpPr/>
            <p:nvPr/>
          </p:nvSpPr>
          <p:spPr>
            <a:xfrm>
              <a:off x="3209321" y="6921670"/>
              <a:ext cx="248272" cy="2323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4D76D2E6-E907-224A-A303-7E9D3733D3F8}"/>
                </a:ext>
              </a:extLst>
            </p:cNvPr>
            <p:cNvSpPr/>
            <p:nvPr/>
          </p:nvSpPr>
          <p:spPr>
            <a:xfrm>
              <a:off x="3008778" y="6655526"/>
              <a:ext cx="205740" cy="580390"/>
            </a:xfrm>
            <a:custGeom>
              <a:avLst/>
              <a:gdLst/>
              <a:ahLst/>
              <a:cxnLst/>
              <a:rect l="l" t="t" r="r" b="b"/>
              <a:pathLst>
                <a:path w="205739" h="580390">
                  <a:moveTo>
                    <a:pt x="0" y="97917"/>
                  </a:moveTo>
                  <a:lnTo>
                    <a:pt x="2988" y="142935"/>
                  </a:lnTo>
                  <a:lnTo>
                    <a:pt x="11175" y="178614"/>
                  </a:lnTo>
                  <a:lnTo>
                    <a:pt x="23392" y="209132"/>
                  </a:lnTo>
                  <a:lnTo>
                    <a:pt x="38468" y="238671"/>
                  </a:lnTo>
                  <a:lnTo>
                    <a:pt x="57114" y="275465"/>
                  </a:lnTo>
                  <a:lnTo>
                    <a:pt x="74052" y="318784"/>
                  </a:lnTo>
                  <a:lnTo>
                    <a:pt x="86358" y="372839"/>
                  </a:lnTo>
                  <a:lnTo>
                    <a:pt x="91109" y="441845"/>
                  </a:lnTo>
                  <a:lnTo>
                    <a:pt x="89421" y="484137"/>
                  </a:lnTo>
                  <a:lnTo>
                    <a:pt x="84745" y="520731"/>
                  </a:lnTo>
                  <a:lnTo>
                    <a:pt x="77667" y="552477"/>
                  </a:lnTo>
                  <a:lnTo>
                    <a:pt x="68770" y="580224"/>
                  </a:lnTo>
                  <a:lnTo>
                    <a:pt x="113021" y="563159"/>
                  </a:lnTo>
                  <a:lnTo>
                    <a:pt x="150638" y="535532"/>
                  </a:lnTo>
                  <a:lnTo>
                    <a:pt x="179785" y="499157"/>
                  </a:lnTo>
                  <a:lnTo>
                    <a:pt x="198620" y="455851"/>
                  </a:lnTo>
                  <a:lnTo>
                    <a:pt x="205308" y="407428"/>
                  </a:lnTo>
                  <a:lnTo>
                    <a:pt x="205308" y="177787"/>
                  </a:lnTo>
                  <a:lnTo>
                    <a:pt x="198957" y="130521"/>
                  </a:lnTo>
                  <a:lnTo>
                    <a:pt x="181033" y="88048"/>
                  </a:lnTo>
                  <a:lnTo>
                    <a:pt x="153233" y="52065"/>
                  </a:lnTo>
                  <a:lnTo>
                    <a:pt x="117251" y="24265"/>
                  </a:lnTo>
                  <a:lnTo>
                    <a:pt x="74781" y="6345"/>
                  </a:lnTo>
                  <a:lnTo>
                    <a:pt x="27520" y="0"/>
                  </a:lnTo>
                  <a:lnTo>
                    <a:pt x="24079" y="0"/>
                  </a:lnTo>
                  <a:lnTo>
                    <a:pt x="20701" y="317"/>
                  </a:lnTo>
                  <a:lnTo>
                    <a:pt x="17297" y="508"/>
                  </a:lnTo>
                  <a:lnTo>
                    <a:pt x="10179" y="20437"/>
                  </a:lnTo>
                  <a:lnTo>
                    <a:pt x="4724" y="42606"/>
                  </a:lnTo>
                  <a:lnTo>
                    <a:pt x="1231" y="68078"/>
                  </a:lnTo>
                  <a:lnTo>
                    <a:pt x="0" y="9791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1BAE123F-60E0-FC49-A1B0-73D6945D175F}"/>
                </a:ext>
              </a:extLst>
            </p:cNvPr>
            <p:cNvSpPr/>
            <p:nvPr/>
          </p:nvSpPr>
          <p:spPr>
            <a:xfrm>
              <a:off x="2533901" y="6283124"/>
              <a:ext cx="530225" cy="958215"/>
            </a:xfrm>
            <a:custGeom>
              <a:avLst/>
              <a:gdLst/>
              <a:ahLst/>
              <a:cxnLst/>
              <a:rect l="l" t="t" r="r" b="b"/>
              <a:pathLst>
                <a:path w="530225" h="958215">
                  <a:moveTo>
                    <a:pt x="438797" y="470319"/>
                  </a:moveTo>
                  <a:lnTo>
                    <a:pt x="442379" y="521635"/>
                  </a:lnTo>
                  <a:lnTo>
                    <a:pt x="451905" y="562506"/>
                  </a:lnTo>
                  <a:lnTo>
                    <a:pt x="465549" y="596708"/>
                  </a:lnTo>
                  <a:lnTo>
                    <a:pt x="481482" y="628015"/>
                  </a:lnTo>
                  <a:lnTo>
                    <a:pt x="498621" y="661837"/>
                  </a:lnTo>
                  <a:lnTo>
                    <a:pt x="514199" y="701609"/>
                  </a:lnTo>
                  <a:lnTo>
                    <a:pt x="525521" y="751142"/>
                  </a:lnTo>
                  <a:lnTo>
                    <a:pt x="529894" y="814247"/>
                  </a:lnTo>
                  <a:lnTo>
                    <a:pt x="527755" y="859352"/>
                  </a:lnTo>
                  <a:lnTo>
                    <a:pt x="521922" y="897448"/>
                  </a:lnTo>
                  <a:lnTo>
                    <a:pt x="513274" y="929787"/>
                  </a:lnTo>
                  <a:lnTo>
                    <a:pt x="502691" y="957618"/>
                  </a:lnTo>
                  <a:lnTo>
                    <a:pt x="502386" y="957630"/>
                  </a:lnTo>
                  <a:lnTo>
                    <a:pt x="455121" y="951279"/>
                  </a:lnTo>
                  <a:lnTo>
                    <a:pt x="412650" y="933355"/>
                  </a:lnTo>
                  <a:lnTo>
                    <a:pt x="376669" y="905554"/>
                  </a:lnTo>
                  <a:lnTo>
                    <a:pt x="348870" y="869569"/>
                  </a:lnTo>
                  <a:lnTo>
                    <a:pt x="330949" y="827097"/>
                  </a:lnTo>
                  <a:lnTo>
                    <a:pt x="324599" y="779830"/>
                  </a:lnTo>
                  <a:lnTo>
                    <a:pt x="324599" y="550189"/>
                  </a:lnTo>
                  <a:lnTo>
                    <a:pt x="329471" y="508700"/>
                  </a:lnTo>
                  <a:lnTo>
                    <a:pt x="343333" y="470708"/>
                  </a:lnTo>
                  <a:lnTo>
                    <a:pt x="365056" y="437337"/>
                  </a:lnTo>
                  <a:lnTo>
                    <a:pt x="393509" y="409714"/>
                  </a:lnTo>
                  <a:lnTo>
                    <a:pt x="393509" y="288315"/>
                  </a:lnTo>
                  <a:lnTo>
                    <a:pt x="389735" y="241549"/>
                  </a:lnTo>
                  <a:lnTo>
                    <a:pt x="378810" y="197185"/>
                  </a:lnTo>
                  <a:lnTo>
                    <a:pt x="361327" y="155817"/>
                  </a:lnTo>
                  <a:lnTo>
                    <a:pt x="337880" y="118039"/>
                  </a:lnTo>
                  <a:lnTo>
                    <a:pt x="309062" y="84445"/>
                  </a:lnTo>
                  <a:lnTo>
                    <a:pt x="275466" y="55628"/>
                  </a:lnTo>
                  <a:lnTo>
                    <a:pt x="237687" y="32181"/>
                  </a:lnTo>
                  <a:lnTo>
                    <a:pt x="196317" y="14698"/>
                  </a:lnTo>
                  <a:lnTo>
                    <a:pt x="151951" y="3773"/>
                  </a:lnTo>
                  <a:lnTo>
                    <a:pt x="105181" y="0"/>
                  </a:lnTo>
                  <a:lnTo>
                    <a:pt x="0" y="0"/>
                  </a:lnTo>
                  <a:lnTo>
                    <a:pt x="0" y="105181"/>
                  </a:lnTo>
                  <a:lnTo>
                    <a:pt x="3773" y="151947"/>
                  </a:lnTo>
                  <a:lnTo>
                    <a:pt x="14699" y="196311"/>
                  </a:lnTo>
                  <a:lnTo>
                    <a:pt x="32183" y="237679"/>
                  </a:lnTo>
                  <a:lnTo>
                    <a:pt x="55631" y="275456"/>
                  </a:lnTo>
                  <a:lnTo>
                    <a:pt x="84450" y="309051"/>
                  </a:lnTo>
                  <a:lnTo>
                    <a:pt x="118045" y="337868"/>
                  </a:lnTo>
                  <a:lnTo>
                    <a:pt x="155823" y="361315"/>
                  </a:lnTo>
                  <a:lnTo>
                    <a:pt x="197190" y="378798"/>
                  </a:lnTo>
                  <a:lnTo>
                    <a:pt x="241552" y="389723"/>
                  </a:lnTo>
                  <a:lnTo>
                    <a:pt x="288315" y="393496"/>
                  </a:lnTo>
                  <a:lnTo>
                    <a:pt x="340817" y="393496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19" name="object 9">
              <a:extLst>
                <a:ext uri="{FF2B5EF4-FFF2-40B4-BE49-F238E27FC236}">
                  <a16:creationId xmlns:a16="http://schemas.microsoft.com/office/drawing/2014/main" id="{9D9804CE-4BC8-2E41-B506-AD36CAE04B69}"/>
                </a:ext>
              </a:extLst>
            </p:cNvPr>
            <p:cNvSpPr/>
            <p:nvPr/>
          </p:nvSpPr>
          <p:spPr>
            <a:xfrm>
              <a:off x="2614737" y="6715780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43662" y="146456"/>
                  </a:moveTo>
                  <a:lnTo>
                    <a:pt x="221656" y="183903"/>
                  </a:lnTo>
                  <a:lnTo>
                    <a:pt x="191965" y="215235"/>
                  </a:lnTo>
                  <a:lnTo>
                    <a:pt x="155857" y="239185"/>
                  </a:lnTo>
                  <a:lnTo>
                    <a:pt x="114602" y="254485"/>
                  </a:lnTo>
                  <a:lnTo>
                    <a:pt x="69469" y="259867"/>
                  </a:lnTo>
                  <a:lnTo>
                    <a:pt x="0" y="259867"/>
                  </a:lnTo>
                  <a:lnTo>
                    <a:pt x="0" y="190398"/>
                  </a:lnTo>
                  <a:lnTo>
                    <a:pt x="5029" y="146741"/>
                  </a:lnTo>
                  <a:lnTo>
                    <a:pt x="19354" y="106665"/>
                  </a:lnTo>
                  <a:lnTo>
                    <a:pt x="41833" y="71313"/>
                  </a:lnTo>
                  <a:lnTo>
                    <a:pt x="71323" y="41827"/>
                  </a:lnTo>
                  <a:lnTo>
                    <a:pt x="106680" y="19351"/>
                  </a:lnTo>
                  <a:lnTo>
                    <a:pt x="146761" y="5028"/>
                  </a:lnTo>
                  <a:lnTo>
                    <a:pt x="190423" y="0"/>
                  </a:lnTo>
                  <a:lnTo>
                    <a:pt x="25988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</p:grpSp>
      <p:sp>
        <p:nvSpPr>
          <p:cNvPr id="20" name="object 5">
            <a:extLst>
              <a:ext uri="{FF2B5EF4-FFF2-40B4-BE49-F238E27FC236}">
                <a16:creationId xmlns:a16="http://schemas.microsoft.com/office/drawing/2014/main" id="{8226BF19-690A-0A4C-8545-A6EC51358956}"/>
              </a:ext>
            </a:extLst>
          </p:cNvPr>
          <p:cNvSpPr/>
          <p:nvPr userDrawn="1"/>
        </p:nvSpPr>
        <p:spPr>
          <a:xfrm rot="5400000" flipH="1">
            <a:off x="5289440" y="1612711"/>
            <a:ext cx="28332" cy="1392846"/>
          </a:xfrm>
          <a:custGeom>
            <a:avLst/>
            <a:gdLst/>
            <a:ahLst/>
            <a:cxnLst/>
            <a:rect l="l" t="t" r="r" b="b"/>
            <a:pathLst>
              <a:path h="1177290">
                <a:moveTo>
                  <a:pt x="0" y="0"/>
                </a:moveTo>
                <a:lnTo>
                  <a:pt x="0" y="1177201"/>
                </a:lnTo>
              </a:path>
            </a:pathLst>
          </a:custGeom>
          <a:ln w="952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49D9318D-CAD6-8542-95B9-C6E484C1D7E5}"/>
              </a:ext>
            </a:extLst>
          </p:cNvPr>
          <p:cNvSpPr/>
          <p:nvPr userDrawn="1"/>
        </p:nvSpPr>
        <p:spPr>
          <a:xfrm rot="5400000">
            <a:off x="5247568" y="3027182"/>
            <a:ext cx="1458861" cy="46065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09831" y="0"/>
                </a:lnTo>
              </a:path>
            </a:pathLst>
          </a:custGeom>
          <a:ln w="952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450D3566-4690-C348-910A-82964317D247}"/>
              </a:ext>
            </a:extLst>
          </p:cNvPr>
          <p:cNvSpPr/>
          <p:nvPr userDrawn="1"/>
        </p:nvSpPr>
        <p:spPr>
          <a:xfrm rot="5400000">
            <a:off x="794339" y="3254637"/>
            <a:ext cx="27677" cy="230327"/>
          </a:xfrm>
          <a:custGeom>
            <a:avLst/>
            <a:gdLst/>
            <a:ahLst/>
            <a:cxnLst/>
            <a:rect l="l" t="t" r="r" b="b"/>
            <a:pathLst>
              <a:path h="1177290">
                <a:moveTo>
                  <a:pt x="0" y="0"/>
                </a:moveTo>
                <a:lnTo>
                  <a:pt x="0" y="1177201"/>
                </a:lnTo>
              </a:path>
            </a:pathLst>
          </a:custGeom>
          <a:ln w="952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B4B8C611-1C71-8C48-B35D-CF02420EA7B2}"/>
              </a:ext>
            </a:extLst>
          </p:cNvPr>
          <p:cNvSpPr/>
          <p:nvPr userDrawn="1"/>
        </p:nvSpPr>
        <p:spPr>
          <a:xfrm rot="5400000" flipH="1">
            <a:off x="1524390" y="1458206"/>
            <a:ext cx="45767" cy="1719295"/>
          </a:xfrm>
          <a:custGeom>
            <a:avLst/>
            <a:gdLst/>
            <a:ahLst/>
            <a:cxnLst/>
            <a:rect l="l" t="t" r="r" b="b"/>
            <a:pathLst>
              <a:path h="1177290">
                <a:moveTo>
                  <a:pt x="0" y="0"/>
                </a:moveTo>
                <a:lnTo>
                  <a:pt x="0" y="1177201"/>
                </a:lnTo>
              </a:path>
            </a:pathLst>
          </a:custGeom>
          <a:ln w="952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A118A151-4D79-1E49-988F-BC88E609ACD2}"/>
              </a:ext>
            </a:extLst>
          </p:cNvPr>
          <p:cNvSpPr/>
          <p:nvPr userDrawn="1"/>
        </p:nvSpPr>
        <p:spPr>
          <a:xfrm rot="5400000">
            <a:off x="-223235" y="3211791"/>
            <a:ext cx="1787085" cy="45703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09831" y="0"/>
                </a:lnTo>
              </a:path>
            </a:pathLst>
          </a:custGeom>
          <a:ln w="952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39A8CD-F8E6-4441-8CE9-D4FB45E37CCF}"/>
              </a:ext>
            </a:extLst>
          </p:cNvPr>
          <p:cNvGrpSpPr/>
          <p:nvPr userDrawn="1"/>
        </p:nvGrpSpPr>
        <p:grpSpPr>
          <a:xfrm>
            <a:off x="7668790" y="3936985"/>
            <a:ext cx="1209040" cy="940035"/>
            <a:chOff x="12685457" y="6503314"/>
            <a:chExt cx="1999954" cy="1552799"/>
          </a:xfrm>
        </p:grpSpPr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09EEDBA0-297F-A949-AC58-12C64E5DE091}"/>
                </a:ext>
              </a:extLst>
            </p:cNvPr>
            <p:cNvSpPr/>
            <p:nvPr/>
          </p:nvSpPr>
          <p:spPr>
            <a:xfrm>
              <a:off x="12685457" y="7916919"/>
              <a:ext cx="1999954" cy="13919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658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CC4F445-947D-B043-8D0E-2A5F60A1BBF5}"/>
                </a:ext>
              </a:extLst>
            </p:cNvPr>
            <p:cNvGrpSpPr/>
            <p:nvPr/>
          </p:nvGrpSpPr>
          <p:grpSpPr>
            <a:xfrm>
              <a:off x="13038137" y="6503314"/>
              <a:ext cx="1280515" cy="1280528"/>
              <a:chOff x="13038137" y="6503314"/>
              <a:chExt cx="1280515" cy="1280528"/>
            </a:xfrm>
          </p:grpSpPr>
          <p:sp>
            <p:nvSpPr>
              <p:cNvPr id="30" name="object 14">
                <a:extLst>
                  <a:ext uri="{FF2B5EF4-FFF2-40B4-BE49-F238E27FC236}">
                    <a16:creationId xmlns:a16="http://schemas.microsoft.com/office/drawing/2014/main" id="{4358CC7A-9B74-B547-879A-F3BD1CD1E430}"/>
                  </a:ext>
                </a:extLst>
              </p:cNvPr>
              <p:cNvSpPr/>
              <p:nvPr/>
            </p:nvSpPr>
            <p:spPr>
              <a:xfrm>
                <a:off x="13038137" y="6503314"/>
                <a:ext cx="1280515" cy="128052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/>
              <a:lstStyle/>
              <a:p>
                <a:endParaRPr sz="658"/>
              </a:p>
            </p:txBody>
          </p:sp>
          <p:sp>
            <p:nvSpPr>
              <p:cNvPr id="31" name="object 14">
                <a:extLst>
                  <a:ext uri="{FF2B5EF4-FFF2-40B4-BE49-F238E27FC236}">
                    <a16:creationId xmlns:a16="http://schemas.microsoft.com/office/drawing/2014/main" id="{EB20137E-6935-A444-B389-57D14979AC5A}"/>
                  </a:ext>
                </a:extLst>
              </p:cNvPr>
              <p:cNvSpPr/>
              <p:nvPr/>
            </p:nvSpPr>
            <p:spPr>
              <a:xfrm>
                <a:off x="13038137" y="6503314"/>
                <a:ext cx="1280515" cy="1280528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658"/>
              </a:p>
            </p:txBody>
          </p:sp>
        </p:grpSp>
      </p:grpSp>
      <p:sp>
        <p:nvSpPr>
          <p:cNvPr id="32" name="object 4">
            <a:extLst>
              <a:ext uri="{FF2B5EF4-FFF2-40B4-BE49-F238E27FC236}">
                <a16:creationId xmlns:a16="http://schemas.microsoft.com/office/drawing/2014/main" id="{36B48CAC-3DFE-684A-8B1D-8431A6342828}"/>
              </a:ext>
            </a:extLst>
          </p:cNvPr>
          <p:cNvSpPr/>
          <p:nvPr userDrawn="1"/>
        </p:nvSpPr>
        <p:spPr>
          <a:xfrm>
            <a:off x="7734010" y="4230861"/>
            <a:ext cx="0" cy="238723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4093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3" name="object 5">
            <a:extLst>
              <a:ext uri="{FF2B5EF4-FFF2-40B4-BE49-F238E27FC236}">
                <a16:creationId xmlns:a16="http://schemas.microsoft.com/office/drawing/2014/main" id="{BC2EFB39-B184-5444-B03A-51C3C9CCF811}"/>
              </a:ext>
            </a:extLst>
          </p:cNvPr>
          <p:cNvSpPr/>
          <p:nvPr userDrawn="1"/>
        </p:nvSpPr>
        <p:spPr>
          <a:xfrm>
            <a:off x="927113" y="4350147"/>
            <a:ext cx="6809713" cy="0"/>
          </a:xfrm>
          <a:custGeom>
            <a:avLst/>
            <a:gdLst/>
            <a:ahLst/>
            <a:cxnLst/>
            <a:rect l="l" t="t" r="r" b="b"/>
            <a:pathLst>
              <a:path w="4892675">
                <a:moveTo>
                  <a:pt x="0" y="0"/>
                </a:moveTo>
                <a:lnTo>
                  <a:pt x="489247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8893" y="2479490"/>
            <a:ext cx="3288307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TITLE OF PRESENTATION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6B049F-72AB-6A4A-9069-9B139B3BE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8893" y="3402092"/>
            <a:ext cx="3288307" cy="322910"/>
          </a:xfrm>
        </p:spPr>
        <p:txBody>
          <a:bodyPr>
            <a:noAutofit/>
          </a:bodyPr>
          <a:lstStyle>
            <a:lvl1pPr algn="l">
              <a:defRPr sz="1995">
                <a:solidFill>
                  <a:schemeClr val="bg1"/>
                </a:solidFill>
              </a:defRPr>
            </a:lvl1pPr>
            <a:lvl2pPr algn="ctr">
              <a:spcBef>
                <a:spcPts val="1451"/>
              </a:spcBef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6511FB-F2C7-724C-BB7E-24358DC540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8893" y="3725001"/>
            <a:ext cx="3288307" cy="276780"/>
          </a:xfrm>
        </p:spPr>
        <p:txBody>
          <a:bodyPr>
            <a:noAutofit/>
          </a:bodyPr>
          <a:lstStyle>
            <a:lvl1pPr algn="l">
              <a:defRPr sz="1511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date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809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nt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7CDEE9-0D65-284E-B439-1C304586589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solidFill>
            <a:schemeClr val="accent2"/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Picture here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39A8CD-F8E6-4441-8CE9-D4FB45E37CCF}"/>
              </a:ext>
            </a:extLst>
          </p:cNvPr>
          <p:cNvGrpSpPr/>
          <p:nvPr userDrawn="1"/>
        </p:nvGrpSpPr>
        <p:grpSpPr>
          <a:xfrm>
            <a:off x="7668790" y="3936985"/>
            <a:ext cx="1209040" cy="940035"/>
            <a:chOff x="12685457" y="6503314"/>
            <a:chExt cx="1999954" cy="1552799"/>
          </a:xfrm>
        </p:grpSpPr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09EEDBA0-297F-A949-AC58-12C64E5DE091}"/>
                </a:ext>
              </a:extLst>
            </p:cNvPr>
            <p:cNvSpPr/>
            <p:nvPr/>
          </p:nvSpPr>
          <p:spPr>
            <a:xfrm>
              <a:off x="12685457" y="7916919"/>
              <a:ext cx="1999954" cy="1391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658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CC4F445-947D-B043-8D0E-2A5F60A1BBF5}"/>
                </a:ext>
              </a:extLst>
            </p:cNvPr>
            <p:cNvGrpSpPr/>
            <p:nvPr/>
          </p:nvGrpSpPr>
          <p:grpSpPr>
            <a:xfrm>
              <a:off x="13038137" y="6503314"/>
              <a:ext cx="1280515" cy="1280528"/>
              <a:chOff x="13038137" y="6503314"/>
              <a:chExt cx="1280515" cy="1280528"/>
            </a:xfrm>
          </p:grpSpPr>
          <p:sp>
            <p:nvSpPr>
              <p:cNvPr id="30" name="object 14">
                <a:extLst>
                  <a:ext uri="{FF2B5EF4-FFF2-40B4-BE49-F238E27FC236}">
                    <a16:creationId xmlns:a16="http://schemas.microsoft.com/office/drawing/2014/main" id="{4358CC7A-9B74-B547-879A-F3BD1CD1E430}"/>
                  </a:ext>
                </a:extLst>
              </p:cNvPr>
              <p:cNvSpPr/>
              <p:nvPr/>
            </p:nvSpPr>
            <p:spPr>
              <a:xfrm>
                <a:off x="13038137" y="6503314"/>
                <a:ext cx="1280515" cy="128052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/>
              <a:lstStyle/>
              <a:p>
                <a:endParaRPr sz="658"/>
              </a:p>
            </p:txBody>
          </p:sp>
          <p:sp>
            <p:nvSpPr>
              <p:cNvPr id="31" name="object 14">
                <a:extLst>
                  <a:ext uri="{FF2B5EF4-FFF2-40B4-BE49-F238E27FC236}">
                    <a16:creationId xmlns:a16="http://schemas.microsoft.com/office/drawing/2014/main" id="{EB20137E-6935-A444-B389-57D14979AC5A}"/>
                  </a:ext>
                </a:extLst>
              </p:cNvPr>
              <p:cNvSpPr/>
              <p:nvPr/>
            </p:nvSpPr>
            <p:spPr>
              <a:xfrm>
                <a:off x="13038137" y="6503314"/>
                <a:ext cx="1280515" cy="1280528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658"/>
              </a:p>
            </p:txBody>
          </p:sp>
        </p:grpSp>
      </p:grpSp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8893" y="2479490"/>
            <a:ext cx="3288307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TITLE OF PRESENTATION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6B049F-72AB-6A4A-9069-9B139B3BE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8893" y="3402092"/>
            <a:ext cx="3288307" cy="322910"/>
          </a:xfrm>
        </p:spPr>
        <p:txBody>
          <a:bodyPr>
            <a:noAutofit/>
          </a:bodyPr>
          <a:lstStyle>
            <a:lvl1pPr algn="l">
              <a:defRPr sz="1995">
                <a:solidFill>
                  <a:schemeClr val="bg1"/>
                </a:solidFill>
              </a:defRPr>
            </a:lvl1pPr>
            <a:lvl2pPr algn="ctr">
              <a:spcBef>
                <a:spcPts val="1451"/>
              </a:spcBef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6511FB-F2C7-724C-BB7E-24358DC540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8893" y="3725001"/>
            <a:ext cx="3288307" cy="276780"/>
          </a:xfrm>
        </p:spPr>
        <p:txBody>
          <a:bodyPr>
            <a:noAutofit/>
          </a:bodyPr>
          <a:lstStyle>
            <a:lvl1pPr algn="l">
              <a:defRPr sz="1511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date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869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nt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">
            <a:extLst>
              <a:ext uri="{FF2B5EF4-FFF2-40B4-BE49-F238E27FC236}">
                <a16:creationId xmlns:a16="http://schemas.microsoft.com/office/drawing/2014/main" id="{640E4E15-0E78-454B-A7FA-C8CEC19A40B7}"/>
              </a:ext>
            </a:extLst>
          </p:cNvPr>
          <p:cNvSpPr/>
          <p:nvPr userDrawn="1"/>
        </p:nvSpPr>
        <p:spPr>
          <a:xfrm>
            <a:off x="0" y="0"/>
            <a:ext cx="9155152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39A8CD-F8E6-4441-8CE9-D4FB45E37CCF}"/>
              </a:ext>
            </a:extLst>
          </p:cNvPr>
          <p:cNvGrpSpPr/>
          <p:nvPr userDrawn="1"/>
        </p:nvGrpSpPr>
        <p:grpSpPr>
          <a:xfrm>
            <a:off x="7668790" y="3936985"/>
            <a:ext cx="1209040" cy="940035"/>
            <a:chOff x="12685457" y="6503314"/>
            <a:chExt cx="1999954" cy="1552799"/>
          </a:xfrm>
        </p:grpSpPr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09EEDBA0-297F-A949-AC58-12C64E5DE091}"/>
                </a:ext>
              </a:extLst>
            </p:cNvPr>
            <p:cNvSpPr/>
            <p:nvPr/>
          </p:nvSpPr>
          <p:spPr>
            <a:xfrm>
              <a:off x="12685457" y="7916919"/>
              <a:ext cx="1999954" cy="1391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658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CC4F445-947D-B043-8D0E-2A5F60A1BBF5}"/>
                </a:ext>
              </a:extLst>
            </p:cNvPr>
            <p:cNvGrpSpPr/>
            <p:nvPr/>
          </p:nvGrpSpPr>
          <p:grpSpPr>
            <a:xfrm>
              <a:off x="13038137" y="6503314"/>
              <a:ext cx="1280515" cy="1280528"/>
              <a:chOff x="13038137" y="6503314"/>
              <a:chExt cx="1280515" cy="1280528"/>
            </a:xfrm>
          </p:grpSpPr>
          <p:sp>
            <p:nvSpPr>
              <p:cNvPr id="30" name="object 14">
                <a:extLst>
                  <a:ext uri="{FF2B5EF4-FFF2-40B4-BE49-F238E27FC236}">
                    <a16:creationId xmlns:a16="http://schemas.microsoft.com/office/drawing/2014/main" id="{4358CC7A-9B74-B547-879A-F3BD1CD1E430}"/>
                  </a:ext>
                </a:extLst>
              </p:cNvPr>
              <p:cNvSpPr/>
              <p:nvPr/>
            </p:nvSpPr>
            <p:spPr>
              <a:xfrm>
                <a:off x="13038137" y="6503314"/>
                <a:ext cx="1280515" cy="128052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/>
              <a:lstStyle/>
              <a:p>
                <a:endParaRPr sz="658"/>
              </a:p>
            </p:txBody>
          </p:sp>
          <p:sp>
            <p:nvSpPr>
              <p:cNvPr id="31" name="object 14">
                <a:extLst>
                  <a:ext uri="{FF2B5EF4-FFF2-40B4-BE49-F238E27FC236}">
                    <a16:creationId xmlns:a16="http://schemas.microsoft.com/office/drawing/2014/main" id="{EB20137E-6935-A444-B389-57D14979AC5A}"/>
                  </a:ext>
                </a:extLst>
              </p:cNvPr>
              <p:cNvSpPr/>
              <p:nvPr/>
            </p:nvSpPr>
            <p:spPr>
              <a:xfrm>
                <a:off x="13038137" y="6503314"/>
                <a:ext cx="1280515" cy="1280528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658"/>
              </a:p>
            </p:txBody>
          </p:sp>
        </p:grpSp>
      </p:grpSp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8892" y="588159"/>
            <a:ext cx="3286800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TITLE OF PRESENTATION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6B049F-72AB-6A4A-9069-9B139B3BE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8892" y="1510759"/>
            <a:ext cx="3286800" cy="322910"/>
          </a:xfrm>
        </p:spPr>
        <p:txBody>
          <a:bodyPr>
            <a:noAutofit/>
          </a:bodyPr>
          <a:lstStyle>
            <a:lvl1pPr algn="l">
              <a:defRPr sz="1995">
                <a:solidFill>
                  <a:schemeClr val="bg1"/>
                </a:solidFill>
              </a:defRPr>
            </a:lvl1pPr>
            <a:lvl2pPr algn="ctr">
              <a:spcBef>
                <a:spcPts val="1451"/>
              </a:spcBef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6511FB-F2C7-724C-BB7E-24358DC540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8892" y="1833669"/>
            <a:ext cx="3286800" cy="276780"/>
          </a:xfrm>
        </p:spPr>
        <p:txBody>
          <a:bodyPr>
            <a:noAutofit/>
          </a:bodyPr>
          <a:lstStyle>
            <a:lvl1pPr algn="l">
              <a:defRPr sz="1511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date</a:t>
            </a:r>
          </a:p>
          <a:p>
            <a:pPr lvl="0"/>
            <a:endParaRPr lang="en-GB" dirty="0"/>
          </a:p>
        </p:txBody>
      </p:sp>
      <p:sp>
        <p:nvSpPr>
          <p:cNvPr id="36" name="object 4">
            <a:extLst>
              <a:ext uri="{FF2B5EF4-FFF2-40B4-BE49-F238E27FC236}">
                <a16:creationId xmlns:a16="http://schemas.microsoft.com/office/drawing/2014/main" id="{72B96610-2967-D444-83CA-8A73E519D49D}"/>
              </a:ext>
            </a:extLst>
          </p:cNvPr>
          <p:cNvSpPr/>
          <p:nvPr userDrawn="1"/>
        </p:nvSpPr>
        <p:spPr>
          <a:xfrm>
            <a:off x="669406" y="335658"/>
            <a:ext cx="5680259" cy="3751141"/>
          </a:xfrm>
          <a:custGeom>
            <a:avLst/>
            <a:gdLst/>
            <a:ahLst/>
            <a:cxnLst/>
            <a:rect l="l" t="t" r="r" b="b"/>
            <a:pathLst>
              <a:path w="9396095" h="6196330">
                <a:moveTo>
                  <a:pt x="9395498" y="240969"/>
                </a:moveTo>
                <a:lnTo>
                  <a:pt x="9395498" y="0"/>
                </a:lnTo>
                <a:lnTo>
                  <a:pt x="0" y="0"/>
                </a:lnTo>
                <a:lnTo>
                  <a:pt x="4229" y="6195783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8" name="object 5">
            <a:extLst>
              <a:ext uri="{FF2B5EF4-FFF2-40B4-BE49-F238E27FC236}">
                <a16:creationId xmlns:a16="http://schemas.microsoft.com/office/drawing/2014/main" id="{2C7F5677-8583-7C44-A5C8-484C843E789B}"/>
              </a:ext>
            </a:extLst>
          </p:cNvPr>
          <p:cNvSpPr/>
          <p:nvPr userDrawn="1"/>
        </p:nvSpPr>
        <p:spPr>
          <a:xfrm>
            <a:off x="4372266" y="2131445"/>
            <a:ext cx="1977361" cy="880315"/>
          </a:xfrm>
          <a:custGeom>
            <a:avLst/>
            <a:gdLst/>
            <a:ahLst/>
            <a:cxnLst/>
            <a:rect l="l" t="t" r="r" b="b"/>
            <a:pathLst>
              <a:path w="3270884" h="1454150">
                <a:moveTo>
                  <a:pt x="3270351" y="0"/>
                </a:moveTo>
                <a:lnTo>
                  <a:pt x="3270351" y="1453680"/>
                </a:lnTo>
                <a:lnTo>
                  <a:pt x="0" y="145368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9" name="object 6">
            <a:extLst>
              <a:ext uri="{FF2B5EF4-FFF2-40B4-BE49-F238E27FC236}">
                <a16:creationId xmlns:a16="http://schemas.microsoft.com/office/drawing/2014/main" id="{2B63A06C-63E6-2E43-894F-C06EDB66E715}"/>
              </a:ext>
            </a:extLst>
          </p:cNvPr>
          <p:cNvSpPr/>
          <p:nvPr userDrawn="1"/>
        </p:nvSpPr>
        <p:spPr>
          <a:xfrm>
            <a:off x="668893" y="1478484"/>
            <a:ext cx="238389" cy="0"/>
          </a:xfrm>
          <a:custGeom>
            <a:avLst/>
            <a:gdLst/>
            <a:ahLst/>
            <a:cxnLst/>
            <a:rect l="l" t="t" r="r" b="b"/>
            <a:pathLst>
              <a:path w="394334">
                <a:moveTo>
                  <a:pt x="39409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grpSp>
        <p:nvGrpSpPr>
          <p:cNvPr id="40" name="object 4">
            <a:extLst>
              <a:ext uri="{FF2B5EF4-FFF2-40B4-BE49-F238E27FC236}">
                <a16:creationId xmlns:a16="http://schemas.microsoft.com/office/drawing/2014/main" id="{142E6471-200F-0E42-9051-1C4772E4A090}"/>
              </a:ext>
            </a:extLst>
          </p:cNvPr>
          <p:cNvGrpSpPr/>
          <p:nvPr userDrawn="1"/>
        </p:nvGrpSpPr>
        <p:grpSpPr>
          <a:xfrm>
            <a:off x="428736" y="3826979"/>
            <a:ext cx="584286" cy="580085"/>
            <a:chOff x="2533901" y="6283124"/>
            <a:chExt cx="966507" cy="958215"/>
          </a:xfrm>
        </p:grpSpPr>
        <p:sp>
          <p:nvSpPr>
            <p:cNvPr id="41" name="object 5">
              <a:extLst>
                <a:ext uri="{FF2B5EF4-FFF2-40B4-BE49-F238E27FC236}">
                  <a16:creationId xmlns:a16="http://schemas.microsoft.com/office/drawing/2014/main" id="{FDCC3B9F-87E6-384E-8339-5BE10FA59BEC}"/>
                </a:ext>
              </a:extLst>
            </p:cNvPr>
            <p:cNvSpPr/>
            <p:nvPr/>
          </p:nvSpPr>
          <p:spPr>
            <a:xfrm>
              <a:off x="3192433" y="6742094"/>
              <a:ext cx="307975" cy="340995"/>
            </a:xfrm>
            <a:custGeom>
              <a:avLst/>
              <a:gdLst/>
              <a:ahLst/>
              <a:cxnLst/>
              <a:rect l="l" t="t" r="r" b="b"/>
              <a:pathLst>
                <a:path w="307975" h="340995">
                  <a:moveTo>
                    <a:pt x="21653" y="143068"/>
                  </a:moveTo>
                  <a:lnTo>
                    <a:pt x="36353" y="151105"/>
                  </a:lnTo>
                  <a:lnTo>
                    <a:pt x="50915" y="157388"/>
                  </a:lnTo>
                  <a:lnTo>
                    <a:pt x="65728" y="162608"/>
                  </a:lnTo>
                  <a:lnTo>
                    <a:pt x="81178" y="167452"/>
                  </a:lnTo>
                  <a:lnTo>
                    <a:pt x="112004" y="177548"/>
                  </a:lnTo>
                  <a:lnTo>
                    <a:pt x="182394" y="215424"/>
                  </a:lnTo>
                  <a:lnTo>
                    <a:pt x="223393" y="251145"/>
                  </a:lnTo>
                  <a:lnTo>
                    <a:pt x="263713" y="298541"/>
                  </a:lnTo>
                  <a:lnTo>
                    <a:pt x="287909" y="340489"/>
                  </a:lnTo>
                  <a:lnTo>
                    <a:pt x="305308" y="297461"/>
                  </a:lnTo>
                  <a:lnTo>
                    <a:pt x="307768" y="251815"/>
                  </a:lnTo>
                  <a:lnTo>
                    <a:pt x="295259" y="207515"/>
                  </a:lnTo>
                  <a:lnTo>
                    <a:pt x="267754" y="168531"/>
                  </a:lnTo>
                  <a:lnTo>
                    <a:pt x="140093" y="40871"/>
                  </a:lnTo>
                  <a:lnTo>
                    <a:pt x="108947" y="17370"/>
                  </a:lnTo>
                  <a:lnTo>
                    <a:pt x="36768" y="0"/>
                  </a:lnTo>
                  <a:lnTo>
                    <a:pt x="0" y="612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42" name="object 6">
              <a:extLst>
                <a:ext uri="{FF2B5EF4-FFF2-40B4-BE49-F238E27FC236}">
                  <a16:creationId xmlns:a16="http://schemas.microsoft.com/office/drawing/2014/main" id="{27BF2D73-270F-5E40-B3D1-AE9782E2BEA4}"/>
                </a:ext>
              </a:extLst>
            </p:cNvPr>
            <p:cNvSpPr/>
            <p:nvPr/>
          </p:nvSpPr>
          <p:spPr>
            <a:xfrm>
              <a:off x="3209321" y="6921670"/>
              <a:ext cx="248272" cy="2323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43" name="object 7">
              <a:extLst>
                <a:ext uri="{FF2B5EF4-FFF2-40B4-BE49-F238E27FC236}">
                  <a16:creationId xmlns:a16="http://schemas.microsoft.com/office/drawing/2014/main" id="{F3B85920-574E-9943-8452-96F678AAF84B}"/>
                </a:ext>
              </a:extLst>
            </p:cNvPr>
            <p:cNvSpPr/>
            <p:nvPr/>
          </p:nvSpPr>
          <p:spPr>
            <a:xfrm>
              <a:off x="3008778" y="6655526"/>
              <a:ext cx="205740" cy="580390"/>
            </a:xfrm>
            <a:custGeom>
              <a:avLst/>
              <a:gdLst/>
              <a:ahLst/>
              <a:cxnLst/>
              <a:rect l="l" t="t" r="r" b="b"/>
              <a:pathLst>
                <a:path w="205739" h="580390">
                  <a:moveTo>
                    <a:pt x="0" y="97917"/>
                  </a:moveTo>
                  <a:lnTo>
                    <a:pt x="2988" y="142935"/>
                  </a:lnTo>
                  <a:lnTo>
                    <a:pt x="11175" y="178614"/>
                  </a:lnTo>
                  <a:lnTo>
                    <a:pt x="23392" y="209132"/>
                  </a:lnTo>
                  <a:lnTo>
                    <a:pt x="38468" y="238671"/>
                  </a:lnTo>
                  <a:lnTo>
                    <a:pt x="57114" y="275465"/>
                  </a:lnTo>
                  <a:lnTo>
                    <a:pt x="74052" y="318784"/>
                  </a:lnTo>
                  <a:lnTo>
                    <a:pt x="86358" y="372839"/>
                  </a:lnTo>
                  <a:lnTo>
                    <a:pt x="91109" y="441845"/>
                  </a:lnTo>
                  <a:lnTo>
                    <a:pt x="89421" y="484137"/>
                  </a:lnTo>
                  <a:lnTo>
                    <a:pt x="84745" y="520731"/>
                  </a:lnTo>
                  <a:lnTo>
                    <a:pt x="77667" y="552477"/>
                  </a:lnTo>
                  <a:lnTo>
                    <a:pt x="68770" y="580224"/>
                  </a:lnTo>
                  <a:lnTo>
                    <a:pt x="113021" y="563159"/>
                  </a:lnTo>
                  <a:lnTo>
                    <a:pt x="150638" y="535532"/>
                  </a:lnTo>
                  <a:lnTo>
                    <a:pt x="179785" y="499157"/>
                  </a:lnTo>
                  <a:lnTo>
                    <a:pt x="198620" y="455851"/>
                  </a:lnTo>
                  <a:lnTo>
                    <a:pt x="205308" y="407428"/>
                  </a:lnTo>
                  <a:lnTo>
                    <a:pt x="205308" y="177787"/>
                  </a:lnTo>
                  <a:lnTo>
                    <a:pt x="198957" y="130521"/>
                  </a:lnTo>
                  <a:lnTo>
                    <a:pt x="181033" y="88048"/>
                  </a:lnTo>
                  <a:lnTo>
                    <a:pt x="153233" y="52065"/>
                  </a:lnTo>
                  <a:lnTo>
                    <a:pt x="117251" y="24265"/>
                  </a:lnTo>
                  <a:lnTo>
                    <a:pt x="74781" y="6345"/>
                  </a:lnTo>
                  <a:lnTo>
                    <a:pt x="27520" y="0"/>
                  </a:lnTo>
                  <a:lnTo>
                    <a:pt x="24079" y="0"/>
                  </a:lnTo>
                  <a:lnTo>
                    <a:pt x="20701" y="317"/>
                  </a:lnTo>
                  <a:lnTo>
                    <a:pt x="17297" y="508"/>
                  </a:lnTo>
                  <a:lnTo>
                    <a:pt x="10179" y="20437"/>
                  </a:lnTo>
                  <a:lnTo>
                    <a:pt x="4724" y="42606"/>
                  </a:lnTo>
                  <a:lnTo>
                    <a:pt x="1231" y="68078"/>
                  </a:lnTo>
                  <a:lnTo>
                    <a:pt x="0" y="9791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44" name="object 8">
              <a:extLst>
                <a:ext uri="{FF2B5EF4-FFF2-40B4-BE49-F238E27FC236}">
                  <a16:creationId xmlns:a16="http://schemas.microsoft.com/office/drawing/2014/main" id="{07706B51-16EA-C846-AABE-CF0F530CA86E}"/>
                </a:ext>
              </a:extLst>
            </p:cNvPr>
            <p:cNvSpPr/>
            <p:nvPr/>
          </p:nvSpPr>
          <p:spPr>
            <a:xfrm>
              <a:off x="2533901" y="6283124"/>
              <a:ext cx="530225" cy="958215"/>
            </a:xfrm>
            <a:custGeom>
              <a:avLst/>
              <a:gdLst/>
              <a:ahLst/>
              <a:cxnLst/>
              <a:rect l="l" t="t" r="r" b="b"/>
              <a:pathLst>
                <a:path w="530225" h="958215">
                  <a:moveTo>
                    <a:pt x="438797" y="470319"/>
                  </a:moveTo>
                  <a:lnTo>
                    <a:pt x="442379" y="521635"/>
                  </a:lnTo>
                  <a:lnTo>
                    <a:pt x="451905" y="562506"/>
                  </a:lnTo>
                  <a:lnTo>
                    <a:pt x="465549" y="596708"/>
                  </a:lnTo>
                  <a:lnTo>
                    <a:pt x="481482" y="628015"/>
                  </a:lnTo>
                  <a:lnTo>
                    <a:pt x="498621" y="661837"/>
                  </a:lnTo>
                  <a:lnTo>
                    <a:pt x="514199" y="701609"/>
                  </a:lnTo>
                  <a:lnTo>
                    <a:pt x="525521" y="751142"/>
                  </a:lnTo>
                  <a:lnTo>
                    <a:pt x="529894" y="814247"/>
                  </a:lnTo>
                  <a:lnTo>
                    <a:pt x="527755" y="859352"/>
                  </a:lnTo>
                  <a:lnTo>
                    <a:pt x="521922" y="897448"/>
                  </a:lnTo>
                  <a:lnTo>
                    <a:pt x="513274" y="929787"/>
                  </a:lnTo>
                  <a:lnTo>
                    <a:pt x="502691" y="957618"/>
                  </a:lnTo>
                  <a:lnTo>
                    <a:pt x="502386" y="957630"/>
                  </a:lnTo>
                  <a:lnTo>
                    <a:pt x="455121" y="951279"/>
                  </a:lnTo>
                  <a:lnTo>
                    <a:pt x="412650" y="933355"/>
                  </a:lnTo>
                  <a:lnTo>
                    <a:pt x="376669" y="905554"/>
                  </a:lnTo>
                  <a:lnTo>
                    <a:pt x="348870" y="869569"/>
                  </a:lnTo>
                  <a:lnTo>
                    <a:pt x="330949" y="827097"/>
                  </a:lnTo>
                  <a:lnTo>
                    <a:pt x="324599" y="779830"/>
                  </a:lnTo>
                  <a:lnTo>
                    <a:pt x="324599" y="550189"/>
                  </a:lnTo>
                  <a:lnTo>
                    <a:pt x="329471" y="508700"/>
                  </a:lnTo>
                  <a:lnTo>
                    <a:pt x="343333" y="470708"/>
                  </a:lnTo>
                  <a:lnTo>
                    <a:pt x="365056" y="437337"/>
                  </a:lnTo>
                  <a:lnTo>
                    <a:pt x="393509" y="409714"/>
                  </a:lnTo>
                  <a:lnTo>
                    <a:pt x="393509" y="288315"/>
                  </a:lnTo>
                  <a:lnTo>
                    <a:pt x="389735" y="241549"/>
                  </a:lnTo>
                  <a:lnTo>
                    <a:pt x="378810" y="197185"/>
                  </a:lnTo>
                  <a:lnTo>
                    <a:pt x="361327" y="155817"/>
                  </a:lnTo>
                  <a:lnTo>
                    <a:pt x="337880" y="118039"/>
                  </a:lnTo>
                  <a:lnTo>
                    <a:pt x="309062" y="84445"/>
                  </a:lnTo>
                  <a:lnTo>
                    <a:pt x="275466" y="55628"/>
                  </a:lnTo>
                  <a:lnTo>
                    <a:pt x="237687" y="32181"/>
                  </a:lnTo>
                  <a:lnTo>
                    <a:pt x="196317" y="14698"/>
                  </a:lnTo>
                  <a:lnTo>
                    <a:pt x="151951" y="3773"/>
                  </a:lnTo>
                  <a:lnTo>
                    <a:pt x="105181" y="0"/>
                  </a:lnTo>
                  <a:lnTo>
                    <a:pt x="0" y="0"/>
                  </a:lnTo>
                  <a:lnTo>
                    <a:pt x="0" y="105181"/>
                  </a:lnTo>
                  <a:lnTo>
                    <a:pt x="3773" y="151947"/>
                  </a:lnTo>
                  <a:lnTo>
                    <a:pt x="14699" y="196311"/>
                  </a:lnTo>
                  <a:lnTo>
                    <a:pt x="32183" y="237679"/>
                  </a:lnTo>
                  <a:lnTo>
                    <a:pt x="55631" y="275456"/>
                  </a:lnTo>
                  <a:lnTo>
                    <a:pt x="84450" y="309051"/>
                  </a:lnTo>
                  <a:lnTo>
                    <a:pt x="118045" y="337868"/>
                  </a:lnTo>
                  <a:lnTo>
                    <a:pt x="155823" y="361315"/>
                  </a:lnTo>
                  <a:lnTo>
                    <a:pt x="197190" y="378798"/>
                  </a:lnTo>
                  <a:lnTo>
                    <a:pt x="241552" y="389723"/>
                  </a:lnTo>
                  <a:lnTo>
                    <a:pt x="288315" y="393496"/>
                  </a:lnTo>
                  <a:lnTo>
                    <a:pt x="340817" y="393496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45" name="object 9">
              <a:extLst>
                <a:ext uri="{FF2B5EF4-FFF2-40B4-BE49-F238E27FC236}">
                  <a16:creationId xmlns:a16="http://schemas.microsoft.com/office/drawing/2014/main" id="{F36DCB6D-E77F-DD4D-9A27-E550A34D0A6E}"/>
                </a:ext>
              </a:extLst>
            </p:cNvPr>
            <p:cNvSpPr/>
            <p:nvPr/>
          </p:nvSpPr>
          <p:spPr>
            <a:xfrm>
              <a:off x="2614737" y="6715780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43662" y="146456"/>
                  </a:moveTo>
                  <a:lnTo>
                    <a:pt x="221656" y="183903"/>
                  </a:lnTo>
                  <a:lnTo>
                    <a:pt x="191965" y="215235"/>
                  </a:lnTo>
                  <a:lnTo>
                    <a:pt x="155857" y="239185"/>
                  </a:lnTo>
                  <a:lnTo>
                    <a:pt x="114602" y="254485"/>
                  </a:lnTo>
                  <a:lnTo>
                    <a:pt x="69469" y="259867"/>
                  </a:lnTo>
                  <a:lnTo>
                    <a:pt x="0" y="259867"/>
                  </a:lnTo>
                  <a:lnTo>
                    <a:pt x="0" y="190398"/>
                  </a:lnTo>
                  <a:lnTo>
                    <a:pt x="5029" y="146741"/>
                  </a:lnTo>
                  <a:lnTo>
                    <a:pt x="19354" y="106665"/>
                  </a:lnTo>
                  <a:lnTo>
                    <a:pt x="41833" y="71313"/>
                  </a:lnTo>
                  <a:lnTo>
                    <a:pt x="71323" y="41827"/>
                  </a:lnTo>
                  <a:lnTo>
                    <a:pt x="106680" y="19351"/>
                  </a:lnTo>
                  <a:lnTo>
                    <a:pt x="146761" y="5028"/>
                  </a:lnTo>
                  <a:lnTo>
                    <a:pt x="190423" y="0"/>
                  </a:lnTo>
                  <a:lnTo>
                    <a:pt x="25988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</p:grpSp>
      <p:sp>
        <p:nvSpPr>
          <p:cNvPr id="46" name="object 4">
            <a:extLst>
              <a:ext uri="{FF2B5EF4-FFF2-40B4-BE49-F238E27FC236}">
                <a16:creationId xmlns:a16="http://schemas.microsoft.com/office/drawing/2014/main" id="{5FD87644-4216-3C4F-9E8E-AF7B6CB6D731}"/>
              </a:ext>
            </a:extLst>
          </p:cNvPr>
          <p:cNvSpPr/>
          <p:nvPr userDrawn="1"/>
        </p:nvSpPr>
        <p:spPr>
          <a:xfrm>
            <a:off x="7734010" y="4230861"/>
            <a:ext cx="0" cy="238723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4093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47" name="object 5">
            <a:extLst>
              <a:ext uri="{FF2B5EF4-FFF2-40B4-BE49-F238E27FC236}">
                <a16:creationId xmlns:a16="http://schemas.microsoft.com/office/drawing/2014/main" id="{95445DD5-0B9C-964B-9638-6707FC4B5736}"/>
              </a:ext>
            </a:extLst>
          </p:cNvPr>
          <p:cNvSpPr/>
          <p:nvPr userDrawn="1"/>
        </p:nvSpPr>
        <p:spPr>
          <a:xfrm>
            <a:off x="927113" y="4350147"/>
            <a:ext cx="6809713" cy="0"/>
          </a:xfrm>
          <a:custGeom>
            <a:avLst/>
            <a:gdLst/>
            <a:ahLst/>
            <a:cxnLst/>
            <a:rect l="l" t="t" r="r" b="b"/>
            <a:pathLst>
              <a:path w="4892675">
                <a:moveTo>
                  <a:pt x="0" y="0"/>
                </a:moveTo>
                <a:lnTo>
                  <a:pt x="489247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374321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nt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60175BF-7A9C-DF48-A677-0BE2333A67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solidFill>
            <a:schemeClr val="accent2"/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Picture here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39A8CD-F8E6-4441-8CE9-D4FB45E37CCF}"/>
              </a:ext>
            </a:extLst>
          </p:cNvPr>
          <p:cNvGrpSpPr/>
          <p:nvPr userDrawn="1"/>
        </p:nvGrpSpPr>
        <p:grpSpPr>
          <a:xfrm>
            <a:off x="7668790" y="3936985"/>
            <a:ext cx="1209040" cy="940035"/>
            <a:chOff x="12685457" y="6503314"/>
            <a:chExt cx="1999954" cy="1552799"/>
          </a:xfrm>
        </p:grpSpPr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09EEDBA0-297F-A949-AC58-12C64E5DE091}"/>
                </a:ext>
              </a:extLst>
            </p:cNvPr>
            <p:cNvSpPr/>
            <p:nvPr/>
          </p:nvSpPr>
          <p:spPr>
            <a:xfrm>
              <a:off x="12685457" y="7916919"/>
              <a:ext cx="1999954" cy="1391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658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CC4F445-947D-B043-8D0E-2A5F60A1BBF5}"/>
                </a:ext>
              </a:extLst>
            </p:cNvPr>
            <p:cNvGrpSpPr/>
            <p:nvPr/>
          </p:nvGrpSpPr>
          <p:grpSpPr>
            <a:xfrm>
              <a:off x="13038137" y="6503314"/>
              <a:ext cx="1280515" cy="1280528"/>
              <a:chOff x="13038137" y="6503314"/>
              <a:chExt cx="1280515" cy="1280528"/>
            </a:xfrm>
          </p:grpSpPr>
          <p:sp>
            <p:nvSpPr>
              <p:cNvPr id="30" name="object 14">
                <a:extLst>
                  <a:ext uri="{FF2B5EF4-FFF2-40B4-BE49-F238E27FC236}">
                    <a16:creationId xmlns:a16="http://schemas.microsoft.com/office/drawing/2014/main" id="{4358CC7A-9B74-B547-879A-F3BD1CD1E430}"/>
                  </a:ext>
                </a:extLst>
              </p:cNvPr>
              <p:cNvSpPr/>
              <p:nvPr/>
            </p:nvSpPr>
            <p:spPr>
              <a:xfrm>
                <a:off x="13038137" y="6503314"/>
                <a:ext cx="1280515" cy="128052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/>
              <a:lstStyle/>
              <a:p>
                <a:endParaRPr sz="658"/>
              </a:p>
            </p:txBody>
          </p:sp>
          <p:sp>
            <p:nvSpPr>
              <p:cNvPr id="31" name="object 14">
                <a:extLst>
                  <a:ext uri="{FF2B5EF4-FFF2-40B4-BE49-F238E27FC236}">
                    <a16:creationId xmlns:a16="http://schemas.microsoft.com/office/drawing/2014/main" id="{EB20137E-6935-A444-B389-57D14979AC5A}"/>
                  </a:ext>
                </a:extLst>
              </p:cNvPr>
              <p:cNvSpPr/>
              <p:nvPr/>
            </p:nvSpPr>
            <p:spPr>
              <a:xfrm>
                <a:off x="13038137" y="6503314"/>
                <a:ext cx="1280515" cy="1280528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658"/>
              </a:p>
            </p:txBody>
          </p:sp>
        </p:grpSp>
      </p:grpSp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8892" y="588159"/>
            <a:ext cx="3286800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TITLE OF PRESENTATION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6B049F-72AB-6A4A-9069-9B139B3BE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8892" y="1510759"/>
            <a:ext cx="3286800" cy="322910"/>
          </a:xfrm>
        </p:spPr>
        <p:txBody>
          <a:bodyPr>
            <a:noAutofit/>
          </a:bodyPr>
          <a:lstStyle>
            <a:lvl1pPr algn="l">
              <a:defRPr sz="1995">
                <a:solidFill>
                  <a:schemeClr val="bg1"/>
                </a:solidFill>
              </a:defRPr>
            </a:lvl1pPr>
            <a:lvl2pPr algn="ctr">
              <a:spcBef>
                <a:spcPts val="1451"/>
              </a:spcBef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6511FB-F2C7-724C-BB7E-24358DC540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8892" y="1833669"/>
            <a:ext cx="3286800" cy="276780"/>
          </a:xfrm>
        </p:spPr>
        <p:txBody>
          <a:bodyPr>
            <a:noAutofit/>
          </a:bodyPr>
          <a:lstStyle>
            <a:lvl1pPr algn="l">
              <a:defRPr sz="1511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511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date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256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21B755A-68BC-D44B-B690-9803766728FE}"/>
              </a:ext>
            </a:extLst>
          </p:cNvPr>
          <p:cNvSpPr/>
          <p:nvPr userDrawn="1"/>
        </p:nvSpPr>
        <p:spPr>
          <a:xfrm>
            <a:off x="7881998" y="3936984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012388EF-AB48-6B4C-8C01-8123A445327C}"/>
              </a:ext>
            </a:extLst>
          </p:cNvPr>
          <p:cNvSpPr/>
          <p:nvPr userDrawn="1"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237" y="2341101"/>
            <a:ext cx="7886796" cy="461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20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BD95BF0-1221-D24D-9EA8-409BB17FBEF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07DBB12B-0FE6-9D42-88EC-1C134C90F090}"/>
              </a:ext>
            </a:extLst>
          </p:cNvPr>
          <p:cNvSpPr/>
          <p:nvPr userDrawn="1"/>
        </p:nvSpPr>
        <p:spPr>
          <a:xfrm>
            <a:off x="8104379" y="4102430"/>
            <a:ext cx="768357" cy="769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68653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913E591-9FFC-B849-84E2-DA15199FA77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07DBB12B-0FE6-9D42-88EC-1C134C90F090}"/>
              </a:ext>
            </a:extLst>
          </p:cNvPr>
          <p:cNvSpPr/>
          <p:nvPr userDrawn="1"/>
        </p:nvSpPr>
        <p:spPr>
          <a:xfrm>
            <a:off x="8104379" y="4102430"/>
            <a:ext cx="768357" cy="769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189907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phic 33">
            <a:extLst>
              <a:ext uri="{FF2B5EF4-FFF2-40B4-BE49-F238E27FC236}">
                <a16:creationId xmlns:a16="http://schemas.microsoft.com/office/drawing/2014/main" id="{EC054C61-4D3E-F44F-B56A-3498ACD7DB7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6720"/>
            <a:ext cx="9143999" cy="5130059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183366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07DBB12B-0FE6-9D42-88EC-1C134C90F090}"/>
              </a:ext>
            </a:extLst>
          </p:cNvPr>
          <p:cNvSpPr/>
          <p:nvPr userDrawn="1"/>
        </p:nvSpPr>
        <p:spPr>
          <a:xfrm>
            <a:off x="8104379" y="4102430"/>
            <a:ext cx="768357" cy="769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952957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>
            <a:extLst>
              <a:ext uri="{FF2B5EF4-FFF2-40B4-BE49-F238E27FC236}">
                <a16:creationId xmlns:a16="http://schemas.microsoft.com/office/drawing/2014/main" id="{4371AA64-10BA-354C-8814-2EEE6B2C6DC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0254"/>
          <a:stretch/>
        </p:blipFill>
        <p:spPr>
          <a:xfrm>
            <a:off x="0" y="6720"/>
            <a:ext cx="3634353" cy="513006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C5C68E00-C51B-AB41-902F-C66978BE20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6102"/>
          <a:stretch/>
        </p:blipFill>
        <p:spPr>
          <a:xfrm>
            <a:off x="6958738" y="6720"/>
            <a:ext cx="2185261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07DBB12B-0FE6-9D42-88EC-1C134C90F090}"/>
              </a:ext>
            </a:extLst>
          </p:cNvPr>
          <p:cNvSpPr/>
          <p:nvPr userDrawn="1"/>
        </p:nvSpPr>
        <p:spPr>
          <a:xfrm>
            <a:off x="8104379" y="4102430"/>
            <a:ext cx="768357" cy="769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1314986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07DBB12B-0FE6-9D42-88EC-1C134C90F090}"/>
              </a:ext>
            </a:extLst>
          </p:cNvPr>
          <p:cNvSpPr/>
          <p:nvPr userDrawn="1"/>
        </p:nvSpPr>
        <p:spPr>
          <a:xfrm>
            <a:off x="8104379" y="4102430"/>
            <a:ext cx="768357" cy="769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91076B0-7329-984C-9D6C-1107FD3951A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9094"/>
          <a:stretch/>
        </p:blipFill>
        <p:spPr>
          <a:xfrm>
            <a:off x="0" y="6720"/>
            <a:ext cx="9144000" cy="2098527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EBF32D9F-F24D-4846-945D-D58267B8979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1632"/>
          <a:stretch/>
        </p:blipFill>
        <p:spPr>
          <a:xfrm>
            <a:off x="0" y="3168502"/>
            <a:ext cx="9144000" cy="196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88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nt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04A243C-82E3-6147-BFD6-A2B5FF90644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8931"/>
          <a:stretch/>
        </p:blipFill>
        <p:spPr>
          <a:xfrm>
            <a:off x="0" y="6720"/>
            <a:ext cx="9144000" cy="210689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CA886969-98C7-EB4B-8434-1F425F0B6BC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861"/>
          <a:stretch/>
        </p:blipFill>
        <p:spPr>
          <a:xfrm>
            <a:off x="0" y="3282846"/>
            <a:ext cx="9144000" cy="1853934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07DBB12B-0FE6-9D42-88EC-1C134C90F090}"/>
              </a:ext>
            </a:extLst>
          </p:cNvPr>
          <p:cNvSpPr/>
          <p:nvPr userDrawn="1"/>
        </p:nvSpPr>
        <p:spPr>
          <a:xfrm>
            <a:off x="8104379" y="4102430"/>
            <a:ext cx="768357" cy="769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631419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50C70E9A-1D28-6246-BE58-3E8581A252C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4803"/>
          <a:stretch/>
        </p:blipFill>
        <p:spPr>
          <a:xfrm>
            <a:off x="0" y="2818150"/>
            <a:ext cx="9144000" cy="231862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E8E7AD1-ECCC-FE4C-A30A-4F984DD6134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62686"/>
          <a:stretch/>
        </p:blipFill>
        <p:spPr>
          <a:xfrm>
            <a:off x="0" y="6720"/>
            <a:ext cx="9144000" cy="1914229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07DBB12B-0FE6-9D42-88EC-1C134C90F090}"/>
              </a:ext>
            </a:extLst>
          </p:cNvPr>
          <p:cNvSpPr/>
          <p:nvPr userDrawn="1"/>
        </p:nvSpPr>
        <p:spPr>
          <a:xfrm>
            <a:off x="8104379" y="4102430"/>
            <a:ext cx="768357" cy="769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3155413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Red 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AC70EE37-6F67-C74D-95B0-518607D0EDC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6720"/>
            <a:ext cx="9143999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17" name="object 44">
            <a:extLst>
              <a:ext uri="{FF2B5EF4-FFF2-40B4-BE49-F238E27FC236}">
                <a16:creationId xmlns:a16="http://schemas.microsoft.com/office/drawing/2014/main" id="{9970569A-FF03-FA43-9DC0-4E0F3ABD9383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3489858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Red 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FC6277E-E188-5440-9112-BA8863059BD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9" name="object 44">
            <a:extLst>
              <a:ext uri="{FF2B5EF4-FFF2-40B4-BE49-F238E27FC236}">
                <a16:creationId xmlns:a16="http://schemas.microsoft.com/office/drawing/2014/main" id="{C2A2C3DA-1524-2741-A54F-83625B534FAF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2775089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Red 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183366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49" name="object 44">
            <a:extLst>
              <a:ext uri="{FF2B5EF4-FFF2-40B4-BE49-F238E27FC236}">
                <a16:creationId xmlns:a16="http://schemas.microsoft.com/office/drawing/2014/main" id="{936C5742-A5DB-5946-9C8B-A9839BD2DF34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EBE14F95-0844-7844-BA22-5E3AA01AA49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720"/>
            <a:ext cx="9143999" cy="51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47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Red 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C8E9C707-B97C-FA4B-A70A-2EE71A1E1A4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0254"/>
          <a:stretch/>
        </p:blipFill>
        <p:spPr>
          <a:xfrm>
            <a:off x="0" y="6720"/>
            <a:ext cx="3634353" cy="513006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C4880C85-4A76-D24D-99DF-2B56D897BF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6102"/>
          <a:stretch/>
        </p:blipFill>
        <p:spPr>
          <a:xfrm>
            <a:off x="6958738" y="6720"/>
            <a:ext cx="2185261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39" name="object 44">
            <a:extLst>
              <a:ext uri="{FF2B5EF4-FFF2-40B4-BE49-F238E27FC236}">
                <a16:creationId xmlns:a16="http://schemas.microsoft.com/office/drawing/2014/main" id="{06687981-08B8-2F41-B53F-6D453682730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1408392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Red 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raphic 63">
            <a:extLst>
              <a:ext uri="{FF2B5EF4-FFF2-40B4-BE49-F238E27FC236}">
                <a16:creationId xmlns:a16="http://schemas.microsoft.com/office/drawing/2014/main" id="{B157B439-B06E-6B4E-B235-4B6D6BAEEAD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094"/>
          <a:stretch/>
        </p:blipFill>
        <p:spPr>
          <a:xfrm>
            <a:off x="0" y="6720"/>
            <a:ext cx="9144000" cy="2098527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91E9B865-C3D0-AC47-91D9-DE491C24CC8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1632"/>
          <a:stretch/>
        </p:blipFill>
        <p:spPr>
          <a:xfrm>
            <a:off x="0" y="3168502"/>
            <a:ext cx="9144000" cy="1968278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56" name="object 44">
            <a:extLst>
              <a:ext uri="{FF2B5EF4-FFF2-40B4-BE49-F238E27FC236}">
                <a16:creationId xmlns:a16="http://schemas.microsoft.com/office/drawing/2014/main" id="{09EB0304-6628-364E-864C-31A0FE025C01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2700446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Red 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1F68AF8F-EAEE-924A-9AE4-BCF1D66F083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8931"/>
          <a:stretch/>
        </p:blipFill>
        <p:spPr>
          <a:xfrm>
            <a:off x="0" y="6720"/>
            <a:ext cx="9144000" cy="210689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748A65F-8A40-854E-A93C-7A1DB130CB9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861"/>
          <a:stretch/>
        </p:blipFill>
        <p:spPr>
          <a:xfrm>
            <a:off x="0" y="3282846"/>
            <a:ext cx="9144000" cy="1853934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3" name="object 44">
            <a:extLst>
              <a:ext uri="{FF2B5EF4-FFF2-40B4-BE49-F238E27FC236}">
                <a16:creationId xmlns:a16="http://schemas.microsoft.com/office/drawing/2014/main" id="{71317DCF-3F8B-0B48-B5D6-51BBB6664C1D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1750171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Red 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raphic 46">
            <a:extLst>
              <a:ext uri="{FF2B5EF4-FFF2-40B4-BE49-F238E27FC236}">
                <a16:creationId xmlns:a16="http://schemas.microsoft.com/office/drawing/2014/main" id="{CEB1DFFA-5F8D-2C40-BA61-32EF19BC644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4803"/>
          <a:stretch/>
        </p:blipFill>
        <p:spPr>
          <a:xfrm>
            <a:off x="0" y="2818150"/>
            <a:ext cx="9144000" cy="2318629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781B4432-8BF0-5B47-A8D5-B1EF7936DBD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62686"/>
          <a:stretch/>
        </p:blipFill>
        <p:spPr>
          <a:xfrm>
            <a:off x="0" y="6720"/>
            <a:ext cx="9144000" cy="1914229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48" name="object 44">
            <a:extLst>
              <a:ext uri="{FF2B5EF4-FFF2-40B4-BE49-F238E27FC236}">
                <a16:creationId xmlns:a16="http://schemas.microsoft.com/office/drawing/2014/main" id="{DDEADFB7-C78D-AE42-9A83-DBC9392E1EAF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401348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y 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3DFDBB02-89D6-2145-B5DE-0D0D54B51BB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6720"/>
            <a:ext cx="9143999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17" name="object 44">
            <a:extLst>
              <a:ext uri="{FF2B5EF4-FFF2-40B4-BE49-F238E27FC236}">
                <a16:creationId xmlns:a16="http://schemas.microsoft.com/office/drawing/2014/main" id="{2D8E8456-7394-4644-A9AE-07AF4186E3AE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3876550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y 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45821E2-E178-DF4D-82BC-8318E0B05DD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9" name="object 44">
            <a:extLst>
              <a:ext uri="{FF2B5EF4-FFF2-40B4-BE49-F238E27FC236}">
                <a16:creationId xmlns:a16="http://schemas.microsoft.com/office/drawing/2014/main" id="{DE338F9A-5475-0345-B182-DB625B3AB248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37114981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Grey 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phic 32">
            <a:extLst>
              <a:ext uri="{FF2B5EF4-FFF2-40B4-BE49-F238E27FC236}">
                <a16:creationId xmlns:a16="http://schemas.microsoft.com/office/drawing/2014/main" id="{AB7E0C46-85DD-6042-B599-C6F555B0472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6720"/>
            <a:ext cx="9143999" cy="5130059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183366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32" name="object 44">
            <a:extLst>
              <a:ext uri="{FF2B5EF4-FFF2-40B4-BE49-F238E27FC236}">
                <a16:creationId xmlns:a16="http://schemas.microsoft.com/office/drawing/2014/main" id="{6FE70654-06F9-C64A-A0A7-D8517A225664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4829960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Grey 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>
            <a:extLst>
              <a:ext uri="{FF2B5EF4-FFF2-40B4-BE49-F238E27FC236}">
                <a16:creationId xmlns:a16="http://schemas.microsoft.com/office/drawing/2014/main" id="{5368D1C1-9AF2-A847-A4A0-D7A4B5F9219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0254"/>
          <a:stretch/>
        </p:blipFill>
        <p:spPr>
          <a:xfrm>
            <a:off x="0" y="6720"/>
            <a:ext cx="3634353" cy="513006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A856C938-65CB-D64C-8B76-2D11611360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6102"/>
          <a:stretch/>
        </p:blipFill>
        <p:spPr>
          <a:xfrm>
            <a:off x="6958738" y="6720"/>
            <a:ext cx="2185261" cy="5130060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39" name="object 44">
            <a:extLst>
              <a:ext uri="{FF2B5EF4-FFF2-40B4-BE49-F238E27FC236}">
                <a16:creationId xmlns:a16="http://schemas.microsoft.com/office/drawing/2014/main" id="{B542C9BB-5311-1342-BA8C-979E02AE5098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3137630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Grey 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raphic 103">
            <a:extLst>
              <a:ext uri="{FF2B5EF4-FFF2-40B4-BE49-F238E27FC236}">
                <a16:creationId xmlns:a16="http://schemas.microsoft.com/office/drawing/2014/main" id="{12923643-3671-C048-82B6-E6C1C15A01F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094"/>
          <a:stretch/>
        </p:blipFill>
        <p:spPr>
          <a:xfrm>
            <a:off x="0" y="6720"/>
            <a:ext cx="9144000" cy="2098527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50B9E61B-9199-0E4D-A802-DA2A5770CE4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1632"/>
          <a:stretch/>
        </p:blipFill>
        <p:spPr>
          <a:xfrm>
            <a:off x="0" y="3168502"/>
            <a:ext cx="9144000" cy="1968278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56" name="object 44">
            <a:extLst>
              <a:ext uri="{FF2B5EF4-FFF2-40B4-BE49-F238E27FC236}">
                <a16:creationId xmlns:a16="http://schemas.microsoft.com/office/drawing/2014/main" id="{1A08AD30-12DE-C243-BF7A-E86CE2170241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7455273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Grey 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3" name="object 44">
            <a:extLst>
              <a:ext uri="{FF2B5EF4-FFF2-40B4-BE49-F238E27FC236}">
                <a16:creationId xmlns:a16="http://schemas.microsoft.com/office/drawing/2014/main" id="{E138D944-4D6F-DE4D-AAD1-C2703C5B8A14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0A60DDD0-ACE7-1C41-8BEA-AAD604898F7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8931"/>
          <a:stretch/>
        </p:blipFill>
        <p:spPr>
          <a:xfrm>
            <a:off x="0" y="6720"/>
            <a:ext cx="9144000" cy="210689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313AAAF-6199-2B4F-83DC-3FD38671F5B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3861"/>
          <a:stretch/>
        </p:blipFill>
        <p:spPr>
          <a:xfrm>
            <a:off x="0" y="3282846"/>
            <a:ext cx="9144000" cy="185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300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Grey 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C12FFBAC-900F-F540-9126-1F3E0BA0E62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4803"/>
          <a:stretch/>
        </p:blipFill>
        <p:spPr>
          <a:xfrm>
            <a:off x="0" y="2818150"/>
            <a:ext cx="9144000" cy="2318629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AAE79684-2B92-3040-B259-4E01AFF3BDB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62686"/>
          <a:stretch/>
        </p:blipFill>
        <p:spPr>
          <a:xfrm>
            <a:off x="0" y="6720"/>
            <a:ext cx="9144000" cy="1914229"/>
          </a:xfrm>
          <a:prstGeom prst="rect">
            <a:avLst/>
          </a:prstGeom>
        </p:spPr>
      </p:pic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11044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</p:spTree>
    <p:extLst>
      <p:ext uri="{BB962C8B-B14F-4D97-AF65-F5344CB8AC3E}">
        <p14:creationId xmlns:p14="http://schemas.microsoft.com/office/powerpoint/2010/main" val="3130929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y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4302" y="1233979"/>
            <a:ext cx="2533602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1511" y="265249"/>
            <a:ext cx="3547043" cy="369040"/>
          </a:xfrm>
        </p:spPr>
        <p:txBody>
          <a:bodyPr lIns="0" tIns="0" rIns="0" bIns="0">
            <a:noAutofit/>
          </a:bodyPr>
          <a:lstStyle>
            <a:lvl1pPr algn="ctr">
              <a:defRPr sz="3325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307" y="1627545"/>
            <a:ext cx="2547597" cy="2051327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F658C275-B593-0843-B503-D227689583B6}"/>
              </a:ext>
            </a:extLst>
          </p:cNvPr>
          <p:cNvSpPr/>
          <p:nvPr userDrawn="1"/>
        </p:nvSpPr>
        <p:spPr>
          <a:xfrm>
            <a:off x="2016186" y="892739"/>
            <a:ext cx="5096379" cy="0"/>
          </a:xfrm>
          <a:custGeom>
            <a:avLst/>
            <a:gdLst/>
            <a:ahLst/>
            <a:cxnLst/>
            <a:rect l="l" t="t" r="r" b="b"/>
            <a:pathLst>
              <a:path w="8430260">
                <a:moveTo>
                  <a:pt x="0" y="0"/>
                </a:moveTo>
                <a:lnTo>
                  <a:pt x="842970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BFABE375-45E3-B640-82A0-0746148C4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74297" y="1233979"/>
            <a:ext cx="2533602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661B3E96-B0E2-F843-823A-187802AE0F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0302" y="1627545"/>
            <a:ext cx="2547597" cy="2051327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E8F280D-5408-6D4C-9FBD-4EF614C5B4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38227" y="1233979"/>
            <a:ext cx="2533602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74438E17-0CAA-5248-A55C-5B8E5BB81B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4232" y="1627545"/>
            <a:ext cx="2547597" cy="2051327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21003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py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raphic 60">
            <a:extLst>
              <a:ext uri="{FF2B5EF4-FFF2-40B4-BE49-F238E27FC236}">
                <a16:creationId xmlns:a16="http://schemas.microsoft.com/office/drawing/2014/main" id="{12744B64-F413-8843-ACFE-80265612DA4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05" y="23795"/>
            <a:ext cx="9144000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7" y="93713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7" y="449768"/>
            <a:ext cx="4376222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1678510C-F879-D64E-806A-B22A82E114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0" y="93713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23F2EE35-F9D1-7B4C-AE9A-8C6954DBE7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0" y="206432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05450EC7-7ED4-814A-A3F7-97DC09880F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4957" y="206432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DD49BD4E-3DEE-4E49-BCA3-982A01743B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957" y="3263701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CB891B95-5903-3C4F-BD12-358C027207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957" y="2387234"/>
            <a:ext cx="3418549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95F49E4C-997B-7841-B02D-E2EEFFBE46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4957" y="3586642"/>
            <a:ext cx="3418549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5A1A6A67-2816-D644-8052-7B38444EFB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5679" y="1253140"/>
            <a:ext cx="3418549" cy="678724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22" name="Text Placeholder 28">
            <a:extLst>
              <a:ext uri="{FF2B5EF4-FFF2-40B4-BE49-F238E27FC236}">
                <a16:creationId xmlns:a16="http://schemas.microsoft.com/office/drawing/2014/main" id="{8A39CBE1-F0F7-EB44-95BB-DCF979A905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5679" y="2381296"/>
            <a:ext cx="3418549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D8CC714F-74A3-244B-87E5-46ACA8E65D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4957" y="1247148"/>
            <a:ext cx="3418549" cy="678724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57747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05C4C883-BE19-6048-AD0A-702214BFB3F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05" y="23795"/>
            <a:ext cx="9144000" cy="5130060"/>
          </a:xfrm>
          <a:prstGeom prst="rect">
            <a:avLst/>
          </a:prstGeom>
        </p:spPr>
      </p:pic>
      <p:sp>
        <p:nvSpPr>
          <p:cNvPr id="3" name="object 44">
            <a:extLst>
              <a:ext uri="{FF2B5EF4-FFF2-40B4-BE49-F238E27FC236}">
                <a16:creationId xmlns:a16="http://schemas.microsoft.com/office/drawing/2014/main" id="{BCAFB3C7-9A4C-4740-AAAD-6DDC41F02490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EE01951-B216-D14C-B34F-357C02144D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7" y="93713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D65CFCD-6BD2-714C-9173-5E45FD0FD6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7" y="449768"/>
            <a:ext cx="4376222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9428A552-6B5E-A44C-8C72-1B0F400399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1253140"/>
            <a:ext cx="3418549" cy="672732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4A0882E-D86B-5149-B3DD-D713EAF6BC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0" y="93713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01B4669-25E4-A044-83AE-E951C882E5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0" y="206432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59473BB-CECA-C54A-8955-0FBF8E709B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4957" y="206432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A79E8-47C6-B84A-8D0B-51183842A5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957" y="3263701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B9C8E50C-7636-7D4B-8898-BA015AA115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957" y="2387234"/>
            <a:ext cx="3418549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0BF72753-01E6-6048-8F8F-DA26EDA3DB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4957" y="3586642"/>
            <a:ext cx="3418549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A3ADF87-F2AD-8144-B4D7-A552B36CFC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5679" y="1253140"/>
            <a:ext cx="3418549" cy="678724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FEE0E2E-B80F-7F4A-9448-7FB8B81375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5679" y="2381296"/>
            <a:ext cx="3418549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89895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py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FD91075-FBEB-0F47-A902-991DF389EFE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6720"/>
            <a:ext cx="9143999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7" y="93713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7" y="449768"/>
            <a:ext cx="4376222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1678510C-F879-D64E-806A-B22A82E114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0" y="93713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23F2EE35-F9D1-7B4C-AE9A-8C6954DBE7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0" y="206432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05450EC7-7ED4-814A-A3F7-97DC09880F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4957" y="2064320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DD49BD4E-3DEE-4E49-BCA3-982A01743B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957" y="3263701"/>
            <a:ext cx="3270650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B4368CD5-59AD-AD49-BAE6-CBA07A430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1253140"/>
            <a:ext cx="3418549" cy="709010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6862B2D0-FDB9-6641-91DB-DCF71295D3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957" y="2387234"/>
            <a:ext cx="3418549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31F55C01-3A98-1C48-9057-0381A3750E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4957" y="3586642"/>
            <a:ext cx="3418549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6D26D22E-0D89-2440-9DAD-7349EE2AE6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5679" y="1253140"/>
            <a:ext cx="3418549" cy="599691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9495D655-444E-894E-8AAA-6051AE4C2AF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5679" y="2381296"/>
            <a:ext cx="3418549" cy="717955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elitsed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05443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y and Image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 rotWithShape="1">
          <a:blip r:embed="rId2"/>
          <a:srcRect r="16696" b="982"/>
          <a:stretch/>
        </p:blipFill>
        <p:spPr>
          <a:xfrm>
            <a:off x="5781157" y="-1"/>
            <a:ext cx="3362843" cy="51525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6DB10F-2700-6547-B837-FB285F5507A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937130"/>
            <a:ext cx="4099829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9" name="Text Placeholder 28">
            <a:extLst>
              <a:ext uri="{FF2B5EF4-FFF2-40B4-BE49-F238E27FC236}">
                <a16:creationId xmlns:a16="http://schemas.microsoft.com/office/drawing/2014/main" id="{F3003D87-220D-FD42-9FA3-11B7D085528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4959" y="1253140"/>
            <a:ext cx="4232842" cy="738046"/>
          </a:xfrm>
        </p:spPr>
        <p:txBody>
          <a:bodyPr lIns="0" tIns="0" rIns="0" bIns="0">
            <a:normAutofit/>
          </a:bodyPr>
          <a:lstStyle>
            <a:lvl1pPr marL="171450" marR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diamrem</a:t>
            </a:r>
            <a:r>
              <a:rPr lang="en-GB" dirty="0"/>
              <a:t> </a:t>
            </a:r>
            <a:r>
              <a:rPr lang="en-GB" dirty="0" err="1"/>
              <a:t>ipsu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diamrem</a:t>
            </a:r>
            <a:r>
              <a:rPr lang="en-GB" dirty="0"/>
              <a:t> </a:t>
            </a:r>
            <a:r>
              <a:rPr lang="en-GB" dirty="0" err="1"/>
              <a:t>ipsu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diamrem</a:t>
            </a:r>
            <a:r>
              <a:rPr lang="en-GB" dirty="0"/>
              <a:t> </a:t>
            </a:r>
            <a:r>
              <a:rPr lang="en-GB" dirty="0" err="1"/>
              <a:t>ipsu</a:t>
            </a:r>
            <a:r>
              <a:rPr lang="en-GB" dirty="0"/>
              <a:t> </a:t>
            </a:r>
          </a:p>
          <a:p>
            <a:pPr marL="171450" marR="0" lvl="0" indent="-17145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diamrem</a:t>
            </a:r>
            <a:r>
              <a:rPr lang="en-GB" dirty="0"/>
              <a:t> </a:t>
            </a:r>
            <a:r>
              <a:rPr lang="en-GB" dirty="0" err="1"/>
              <a:t>ipsu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62835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py and Image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">
            <a:extLst>
              <a:ext uri="{FF2B5EF4-FFF2-40B4-BE49-F238E27FC236}">
                <a16:creationId xmlns:a16="http://schemas.microsoft.com/office/drawing/2014/main" id="{2DF8AE66-FB08-D24D-89C0-63E0C92D6B78}"/>
              </a:ext>
            </a:extLst>
          </p:cNvPr>
          <p:cNvSpPr/>
          <p:nvPr userDrawn="1"/>
        </p:nvSpPr>
        <p:spPr>
          <a:xfrm>
            <a:off x="5777895" y="0"/>
            <a:ext cx="3362650" cy="5143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5F201A1-1D9B-8447-98C5-D074624C59E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864938"/>
            <a:ext cx="4099829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1510760"/>
            <a:ext cx="4422287" cy="1337771"/>
          </a:xfrm>
        </p:spPr>
        <p:txBody>
          <a:bodyPr lIns="0" tIns="0" rIns="0" bIns="0">
            <a:normAutofit/>
          </a:bodyPr>
          <a:lstStyle>
            <a:lvl1pPr marL="0" marR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37572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py and Image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 rotWithShape="1">
          <a:blip r:embed="rId2"/>
          <a:srcRect r="7464"/>
          <a:stretch/>
        </p:blipFill>
        <p:spPr>
          <a:xfrm>
            <a:off x="5777894" y="0"/>
            <a:ext cx="3366106" cy="51435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0F5309E-E59D-3746-9753-C64C07D00B6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864938"/>
            <a:ext cx="4099829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1510760"/>
            <a:ext cx="4422287" cy="1337771"/>
          </a:xfrm>
        </p:spPr>
        <p:txBody>
          <a:bodyPr lIns="0" tIns="0" rIns="0" bIns="0">
            <a:normAutofit/>
          </a:bodyPr>
          <a:lstStyle>
            <a:lvl1pPr marL="0" marR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77836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py and Image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">
            <a:extLst>
              <a:ext uri="{FF2B5EF4-FFF2-40B4-BE49-F238E27FC236}">
                <a16:creationId xmlns:a16="http://schemas.microsoft.com/office/drawing/2014/main" id="{2DF8AE66-FB08-D24D-89C0-63E0C92D6B78}"/>
              </a:ext>
            </a:extLst>
          </p:cNvPr>
          <p:cNvSpPr/>
          <p:nvPr userDrawn="1"/>
        </p:nvSpPr>
        <p:spPr>
          <a:xfrm>
            <a:off x="5777895" y="0"/>
            <a:ext cx="3362650" cy="5143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83DD549-181B-6C4C-8A67-BA7E9023457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864938"/>
            <a:ext cx="4099829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1510760"/>
            <a:ext cx="4422287" cy="1337771"/>
          </a:xfrm>
        </p:spPr>
        <p:txBody>
          <a:bodyPr lIns="0" tIns="0" rIns="0" bIns="0">
            <a:normAutofit/>
          </a:bodyPr>
          <a:lstStyle>
            <a:lvl1pPr marL="0" marR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26050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py and Image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3">
            <a:extLst>
              <a:ext uri="{FF2B5EF4-FFF2-40B4-BE49-F238E27FC236}">
                <a16:creationId xmlns:a16="http://schemas.microsoft.com/office/drawing/2014/main" id="{215C7CB9-4F6C-744D-B627-D409C270A4D1}"/>
              </a:ext>
            </a:extLst>
          </p:cNvPr>
          <p:cNvSpPr/>
          <p:nvPr userDrawn="1"/>
        </p:nvSpPr>
        <p:spPr>
          <a:xfrm>
            <a:off x="5781158" y="9226"/>
            <a:ext cx="3362650" cy="5143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8576F05E-9358-0C47-BC47-1D5866B56EB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802" y="0"/>
            <a:ext cx="9154802" cy="5143318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1141719"/>
            <a:ext cx="4099829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1510760"/>
            <a:ext cx="4422287" cy="1337771"/>
          </a:xfrm>
        </p:spPr>
        <p:txBody>
          <a:bodyPr lIns="0" tIns="0" rIns="0" bIns="0">
            <a:normAutofit/>
          </a:bodyPr>
          <a:lstStyle>
            <a:lvl1pPr marL="0" marR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44324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py and Image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icture Placeholder 2">
            <a:extLst>
              <a:ext uri="{FF2B5EF4-FFF2-40B4-BE49-F238E27FC236}">
                <a16:creationId xmlns:a16="http://schemas.microsoft.com/office/drawing/2014/main" id="{04AA8A13-8C37-EC40-8B14-A08FF68B1B2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91200" y="0"/>
            <a:ext cx="3352800" cy="5143500"/>
          </a:xfrm>
          <a:solidFill>
            <a:schemeClr val="accent2"/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1141719"/>
            <a:ext cx="4099829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1510760"/>
            <a:ext cx="4422287" cy="1337771"/>
          </a:xfrm>
        </p:spPr>
        <p:txBody>
          <a:bodyPr lIns="0" tIns="0" rIns="0" bIns="0">
            <a:normAutofit/>
          </a:bodyPr>
          <a:lstStyle>
            <a:lvl1pPr marL="0" marR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110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y and Chart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A2F65F9-197D-F649-9942-DC563950318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6720"/>
            <a:ext cx="9143999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1049459"/>
            <a:ext cx="2948191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8" y="1372369"/>
            <a:ext cx="3013642" cy="1799072"/>
          </a:xfrm>
        </p:spPr>
        <p:txBody>
          <a:bodyPr lIns="0" tIns="0" rIns="0" bIns="0">
            <a:normAutofit/>
          </a:bodyPr>
          <a:lstStyle>
            <a:lvl1pPr marL="0" marR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 </a:t>
            </a:r>
            <a:r>
              <a:rPr lang="en-GB" dirty="0" err="1"/>
              <a:t>vero</a:t>
            </a:r>
            <a:r>
              <a:rPr lang="en-GB" dirty="0"/>
              <a:t> eros</a:t>
            </a:r>
            <a:br>
              <a:rPr lang="en-GB" dirty="0"/>
            </a:br>
            <a:r>
              <a:rPr lang="en-GB" dirty="0"/>
              <a:t>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br>
              <a:rPr lang="en-GB" dirty="0"/>
            </a:b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 </a:t>
            </a:r>
            <a:r>
              <a:rPr lang="en-GB" dirty="0" err="1"/>
              <a:t>delenit</a:t>
            </a:r>
            <a:br>
              <a:rPr lang="en-GB" dirty="0"/>
            </a:b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2153F9-493C-D34F-BAA7-370DA032D3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958" y="3402092"/>
            <a:ext cx="2487537" cy="645821"/>
          </a:xfrm>
        </p:spPr>
        <p:txBody>
          <a:bodyPr lIns="0" tIns="0" rIns="0" bIns="0">
            <a:noAutofit/>
          </a:bodyPr>
          <a:lstStyle>
            <a:lvl1pPr>
              <a:lnSpc>
                <a:spcPts val="1693"/>
              </a:lnSpc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“ Quotation... Lorem ipsum 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F572E4-690F-5B40-8278-2D83516194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293" y="2571750"/>
            <a:ext cx="1381965" cy="1752942"/>
          </a:xfrm>
        </p:spPr>
        <p:txBody>
          <a:bodyPr lIns="0" tIns="0" rIns="0" bIns="0">
            <a:noAutofit/>
          </a:bodyPr>
          <a:lstStyle>
            <a:lvl1pPr marL="0">
              <a:lnSpc>
                <a:spcPts val="1016"/>
              </a:lnSpc>
              <a:defRPr sz="846"/>
            </a:lvl1pPr>
            <a:lvl2pPr marL="0">
              <a:lnSpc>
                <a:spcPts val="1136"/>
              </a:lnSpc>
              <a:defRPr sz="846"/>
            </a:lvl2pPr>
            <a:lvl3pPr marL="0">
              <a:lnSpc>
                <a:spcPts val="1136"/>
              </a:lnSpc>
              <a:defRPr sz="846"/>
            </a:lvl3pPr>
            <a:lvl4pPr marL="0">
              <a:lnSpc>
                <a:spcPts val="1136"/>
              </a:lnSpc>
              <a:defRPr sz="846"/>
            </a:lvl4pPr>
            <a:lvl5pPr marL="0">
              <a:lnSpc>
                <a:spcPts val="1136"/>
              </a:lnSpc>
              <a:defRPr sz="846"/>
            </a:lvl5pPr>
          </a:lstStyle>
          <a:p>
            <a:pPr lvl="0"/>
            <a:r>
              <a:rPr lang="en-GB" dirty="0" err="1"/>
              <a:t>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</a:t>
            </a:r>
            <a:br>
              <a:rPr lang="en-GB" dirty="0"/>
            </a:br>
            <a:r>
              <a:rPr lang="en-GB" dirty="0" err="1"/>
              <a:t>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br>
              <a:rPr lang="en-GB" dirty="0"/>
            </a:b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cmm</a:t>
            </a:r>
            <a:br>
              <a:rPr lang="en-GB" dirty="0"/>
            </a:br>
            <a:r>
              <a:rPr lang="en-GB" dirty="0" err="1"/>
              <a:t>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br>
              <a:rPr lang="en-GB" dirty="0"/>
            </a:b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</a:t>
            </a:r>
            <a:br>
              <a:rPr lang="en-GB" dirty="0"/>
            </a:br>
            <a:r>
              <a:rPr lang="en-GB" dirty="0" err="1"/>
              <a:t>rerit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es se</a:t>
            </a:r>
            <a:br>
              <a:rPr lang="en-GB" dirty="0"/>
            </a:br>
            <a:r>
              <a:rPr lang="en-GB" dirty="0" err="1"/>
              <a:t>molestie</a:t>
            </a:r>
            <a:r>
              <a:rPr lang="en-GB" dirty="0"/>
              <a:t> cons </a:t>
            </a:r>
            <a:r>
              <a:rPr lang="en-GB" dirty="0" err="1"/>
              <a:t>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br>
              <a:rPr lang="en-GB" dirty="0"/>
            </a:br>
            <a:r>
              <a:rPr lang="en-GB" dirty="0"/>
              <a:t>dolore </a:t>
            </a:r>
            <a:r>
              <a:rPr lang="en-GB" dirty="0" err="1"/>
              <a:t>eu</a:t>
            </a:r>
            <a:r>
              <a:rPr lang="en-GB" dirty="0"/>
              <a:t> 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br>
              <a:rPr lang="en-GB" dirty="0"/>
            </a:br>
            <a:r>
              <a:rPr lang="en-GB" dirty="0"/>
              <a:t>at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</a:t>
            </a:r>
            <a:br>
              <a:rPr lang="en-GB" dirty="0"/>
            </a:b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br>
              <a:rPr lang="en-GB" dirty="0"/>
            </a:b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br>
              <a:rPr lang="en-GB" dirty="0"/>
            </a:b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br>
              <a:rPr lang="en-GB" dirty="0"/>
            </a:b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facilisi.nibh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tint.</a:t>
            </a:r>
          </a:p>
        </p:txBody>
      </p:sp>
      <p:sp>
        <p:nvSpPr>
          <p:cNvPr id="165" name="Text Placeholder 10">
            <a:extLst>
              <a:ext uri="{FF2B5EF4-FFF2-40B4-BE49-F238E27FC236}">
                <a16:creationId xmlns:a16="http://schemas.microsoft.com/office/drawing/2014/main" id="{7E53642A-61EA-A649-83CE-4679656084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0196" y="2571751"/>
            <a:ext cx="1381965" cy="1107121"/>
          </a:xfrm>
        </p:spPr>
        <p:txBody>
          <a:bodyPr lIns="0" tIns="0" rIns="0" bIns="0">
            <a:noAutofit/>
          </a:bodyPr>
          <a:lstStyle>
            <a:lvl1pPr marL="0">
              <a:lnSpc>
                <a:spcPts val="1016"/>
              </a:lnSpc>
              <a:defRPr sz="846"/>
            </a:lvl1pPr>
            <a:lvl2pPr marL="0">
              <a:lnSpc>
                <a:spcPts val="1136"/>
              </a:lnSpc>
              <a:defRPr sz="846"/>
            </a:lvl2pPr>
            <a:lvl3pPr marL="0">
              <a:lnSpc>
                <a:spcPts val="1136"/>
              </a:lnSpc>
              <a:defRPr sz="846"/>
            </a:lvl3pPr>
            <a:lvl4pPr marL="0">
              <a:lnSpc>
                <a:spcPts val="1136"/>
              </a:lnSpc>
              <a:defRPr sz="846"/>
            </a:lvl4pPr>
            <a:lvl5pPr marL="0">
              <a:lnSpc>
                <a:spcPts val="1136"/>
              </a:lnSpc>
              <a:defRPr sz="846"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  <a:br>
              <a:rPr lang="en-GB" dirty="0"/>
            </a:b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adl</a:t>
            </a:r>
            <a:br>
              <a:rPr lang="en-GB" dirty="0"/>
            </a:br>
            <a:r>
              <a:rPr lang="en-GB" dirty="0" err="1"/>
              <a:t>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br>
              <a:rPr lang="en-GB" dirty="0"/>
            </a:b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euismodd</a:t>
            </a:r>
            <a:br>
              <a:rPr lang="en-GB" dirty="0"/>
            </a:b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br>
              <a:rPr lang="en-GB" dirty="0"/>
            </a:br>
            <a:r>
              <a:rPr lang="en-GB" dirty="0"/>
              <a:t>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</a:t>
            </a:r>
            <a:br>
              <a:rPr lang="en-GB" dirty="0"/>
            </a:br>
            <a:r>
              <a:rPr lang="en-GB" dirty="0" err="1"/>
              <a:t>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</a:t>
            </a:r>
            <a:br>
              <a:rPr lang="en-GB" dirty="0"/>
            </a:br>
            <a:r>
              <a:rPr lang="en-GB" dirty="0"/>
              <a:t>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</a:t>
            </a:r>
          </a:p>
          <a:p>
            <a:pPr lvl="0"/>
            <a:endParaRPr lang="en-GB" dirty="0" err="1"/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2E31BF29-BE5D-8E48-A0A4-7686B219F6F4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4710197" y="1049460"/>
            <a:ext cx="2856060" cy="1383901"/>
          </a:xfrm>
          <a:solidFill>
            <a:schemeClr val="tx2"/>
          </a:solidFill>
        </p:spPr>
        <p:txBody>
          <a:bodyPr anchor="ctr" anchorCtr="0">
            <a:normAutofit/>
          </a:bodyPr>
          <a:lstStyle>
            <a:lvl1pPr algn="ctr">
              <a:defRPr sz="846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359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py and Chart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431D639-478F-DB48-8058-9CE4C247038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6720"/>
            <a:ext cx="9143999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1049459"/>
            <a:ext cx="3013642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8" y="1372369"/>
            <a:ext cx="3013642" cy="1614552"/>
          </a:xfrm>
        </p:spPr>
        <p:txBody>
          <a:bodyPr lIns="0" tIns="0" rIns="0" bIns="0">
            <a:normAutofit/>
          </a:bodyPr>
          <a:lstStyle>
            <a:lvl1pPr marL="0" marR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 </a:t>
            </a:r>
            <a:r>
              <a:rPr lang="en-GB" dirty="0" err="1"/>
              <a:t>vero</a:t>
            </a:r>
            <a:r>
              <a:rPr lang="en-GB" dirty="0"/>
              <a:t> eros</a:t>
            </a:r>
            <a:br>
              <a:rPr lang="en-GB" dirty="0"/>
            </a:br>
            <a:r>
              <a:rPr lang="en-GB" dirty="0"/>
              <a:t>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br>
              <a:rPr lang="en-GB" dirty="0"/>
            </a:b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 </a:t>
            </a:r>
            <a:r>
              <a:rPr lang="en-GB" dirty="0" err="1"/>
              <a:t>deleniit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.</a:t>
            </a:r>
          </a:p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2153F9-493C-D34F-BAA7-370DA032D3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20" y="3171441"/>
            <a:ext cx="2487537" cy="645821"/>
          </a:xfrm>
        </p:spPr>
        <p:txBody>
          <a:bodyPr lIns="0" tIns="0" rIns="0" bIns="0">
            <a:noAutofit/>
          </a:bodyPr>
          <a:lstStyle>
            <a:lvl1pPr>
              <a:lnSpc>
                <a:spcPts val="1693"/>
              </a:lnSpc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“ Quotation... Lorem ipsum 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F572E4-690F-5B40-8278-2D83516194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2162" y="2617880"/>
            <a:ext cx="1451638" cy="1845202"/>
          </a:xfrm>
        </p:spPr>
        <p:txBody>
          <a:bodyPr lIns="0" tIns="0" rIns="0" bIns="0">
            <a:noAutofit/>
          </a:bodyPr>
          <a:lstStyle>
            <a:lvl1pPr marL="0">
              <a:lnSpc>
                <a:spcPts val="955"/>
              </a:lnSpc>
              <a:defRPr sz="846"/>
            </a:lvl1pPr>
            <a:lvl2pPr marL="0">
              <a:lnSpc>
                <a:spcPts val="1136"/>
              </a:lnSpc>
              <a:defRPr sz="846"/>
            </a:lvl2pPr>
            <a:lvl3pPr marL="0">
              <a:lnSpc>
                <a:spcPts val="1136"/>
              </a:lnSpc>
              <a:defRPr sz="846"/>
            </a:lvl3pPr>
            <a:lvl4pPr marL="0">
              <a:lnSpc>
                <a:spcPts val="1136"/>
              </a:lnSpc>
              <a:defRPr sz="846"/>
            </a:lvl4pPr>
            <a:lvl5pPr marL="0">
              <a:lnSpc>
                <a:spcPts val="1136"/>
              </a:lnSpc>
              <a:defRPr sz="846"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</a:t>
            </a:r>
            <a:r>
              <a:rPr lang="en-GB" dirty="0"/>
              <a:t> </a:t>
            </a:r>
            <a:r>
              <a:rPr lang="en-GB" dirty="0" err="1"/>
              <a:t>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co </a:t>
            </a:r>
            <a:r>
              <a:rPr lang="en-GB" dirty="0" err="1"/>
              <a:t>nse</a:t>
            </a:r>
            <a:r>
              <a:rPr lang="en-GB" dirty="0"/>
              <a:t> q </a:t>
            </a:r>
            <a:r>
              <a:rPr lang="en-GB" dirty="0" err="1"/>
              <a:t>uat</a:t>
            </a:r>
            <a:r>
              <a:rPr lang="en-GB" dirty="0"/>
              <a:t>.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iusaesent</a:t>
            </a:r>
            <a:r>
              <a:rPr lang="en-GB" dirty="0"/>
              <a:t> </a:t>
            </a:r>
            <a:r>
              <a:rPr lang="en-GB" dirty="0" err="1"/>
              <a:t>lptatum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</a:t>
            </a:r>
            <a:r>
              <a:rPr lang="en-GB" dirty="0"/>
              <a:t>.</a:t>
            </a:r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2E31BF29-BE5D-8E48-A0A4-7686B219F6F4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4479870" y="1049460"/>
            <a:ext cx="2994257" cy="1383901"/>
          </a:xfrm>
          <a:solidFill>
            <a:schemeClr val="tx2"/>
          </a:solidFill>
        </p:spPr>
        <p:txBody>
          <a:bodyPr anchor="ctr" anchorCtr="0">
            <a:normAutofit/>
          </a:bodyPr>
          <a:lstStyle>
            <a:lvl1pPr algn="ctr">
              <a:defRPr sz="846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50" name="Text Placeholder 10">
            <a:extLst>
              <a:ext uri="{FF2B5EF4-FFF2-40B4-BE49-F238E27FC236}">
                <a16:creationId xmlns:a16="http://schemas.microsoft.com/office/drawing/2014/main" id="{7EE8FA7A-5883-1849-9642-B0E9512E9A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78746" y="2622380"/>
            <a:ext cx="1501206" cy="1845202"/>
          </a:xfrm>
        </p:spPr>
        <p:txBody>
          <a:bodyPr lIns="0" tIns="0" rIns="0" bIns="0">
            <a:noAutofit/>
          </a:bodyPr>
          <a:lstStyle>
            <a:lvl1pPr marL="0">
              <a:lnSpc>
                <a:spcPts val="955"/>
              </a:lnSpc>
              <a:defRPr sz="846"/>
            </a:lvl1pPr>
            <a:lvl2pPr marL="0">
              <a:lnSpc>
                <a:spcPts val="1136"/>
              </a:lnSpc>
              <a:defRPr sz="846"/>
            </a:lvl2pPr>
            <a:lvl3pPr marL="0">
              <a:lnSpc>
                <a:spcPts val="1136"/>
              </a:lnSpc>
              <a:defRPr sz="846"/>
            </a:lvl3pPr>
            <a:lvl4pPr marL="0">
              <a:lnSpc>
                <a:spcPts val="1136"/>
              </a:lnSpc>
              <a:defRPr sz="846"/>
            </a:lvl4pPr>
            <a:lvl5pPr marL="0">
              <a:lnSpc>
                <a:spcPts val="1136"/>
              </a:lnSpc>
              <a:defRPr sz="846"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br>
              <a:rPr lang="en-GB" dirty="0"/>
            </a:b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</a:t>
            </a:r>
            <a:r>
              <a:rPr lang="en-GB" dirty="0"/>
              <a:t> </a:t>
            </a:r>
            <a:r>
              <a:rPr lang="en-GB" dirty="0" err="1"/>
              <a:t>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no </a:t>
            </a:r>
            <a:r>
              <a:rPr lang="en-GB" dirty="0" err="1"/>
              <a:t>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co </a:t>
            </a:r>
            <a:r>
              <a:rPr lang="en-GB" dirty="0" err="1"/>
              <a:t>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 m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veraesent</a:t>
            </a:r>
            <a:r>
              <a:rPr lang="en-GB" dirty="0"/>
              <a:t> </a:t>
            </a:r>
            <a:r>
              <a:rPr lang="en-GB" dirty="0" err="1"/>
              <a:t>lupta</a:t>
            </a:r>
            <a:r>
              <a:rPr lang="en-GB" dirty="0"/>
              <a:t>  tum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</a:t>
            </a:r>
            <a:r>
              <a:rPr lang="en-GB" dirty="0"/>
              <a:t> </a:t>
            </a:r>
            <a:r>
              <a:rPr lang="en-GB" dirty="0" err="1"/>
              <a:t>isi</a:t>
            </a:r>
            <a:r>
              <a:rPr lang="en-GB" dirty="0"/>
              <a:t> seg.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97089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py and Chart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F8F58D9-F6AF-0648-B554-84661502BB5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9155126" cy="514350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146" name="Text Placeholder 10">
            <a:extLst>
              <a:ext uri="{FF2B5EF4-FFF2-40B4-BE49-F238E27FC236}">
                <a16:creationId xmlns:a16="http://schemas.microsoft.com/office/drawing/2014/main" id="{9DE93411-C6F9-5745-A1BD-0F283FBEDF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19068" y="3111809"/>
            <a:ext cx="1289834" cy="843842"/>
          </a:xfrm>
        </p:spPr>
        <p:txBody>
          <a:bodyPr lIns="0" tIns="0" rIns="0" bIns="0">
            <a:noAutofit/>
          </a:bodyPr>
          <a:lstStyle>
            <a:lvl1pPr marL="0">
              <a:lnSpc>
                <a:spcPts val="955"/>
              </a:lnSpc>
              <a:defRPr sz="846"/>
            </a:lvl1pPr>
            <a:lvl2pPr marL="0">
              <a:lnSpc>
                <a:spcPts val="1136"/>
              </a:lnSpc>
              <a:defRPr sz="846"/>
            </a:lvl2pPr>
            <a:lvl3pPr marL="0">
              <a:lnSpc>
                <a:spcPts val="1136"/>
              </a:lnSpc>
              <a:defRPr sz="846"/>
            </a:lvl3pPr>
            <a:lvl4pPr marL="0">
              <a:lnSpc>
                <a:spcPts val="1136"/>
              </a:lnSpc>
              <a:defRPr sz="846"/>
            </a:lvl4pPr>
            <a:lvl5pPr marL="0">
              <a:lnSpc>
                <a:spcPts val="1136"/>
              </a:lnSpc>
              <a:defRPr sz="846"/>
            </a:lvl5pPr>
          </a:lstStyle>
          <a:p>
            <a:pPr lvl="0"/>
            <a:r>
              <a:rPr lang="en-GB" dirty="0" err="1"/>
              <a:t>oreet</a:t>
            </a:r>
            <a:r>
              <a:rPr lang="en-GB" dirty="0"/>
              <a:t> dolore magna </a:t>
            </a:r>
            <a:r>
              <a:rPr lang="en-GB" dirty="0" err="1"/>
              <a:t>aliq</a:t>
            </a:r>
            <a:br>
              <a:rPr lang="en-GB" dirty="0"/>
            </a:br>
            <a:r>
              <a:rPr lang="en-GB" dirty="0" err="1"/>
              <a:t>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tationn</a:t>
            </a:r>
            <a:br>
              <a:rPr lang="en-GB" dirty="0"/>
            </a:br>
            <a:r>
              <a:rPr lang="en-GB" dirty="0" err="1"/>
              <a:t>ullam</a:t>
            </a:r>
            <a:r>
              <a:rPr lang="en-GB" dirty="0"/>
              <a:t> </a:t>
            </a:r>
            <a:r>
              <a:rPr lang="en-GB" dirty="0" err="1"/>
              <a:t>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lo</a:t>
            </a:r>
            <a:br>
              <a:rPr lang="en-GB" dirty="0"/>
            </a:br>
            <a:r>
              <a:rPr lang="en-GB" dirty="0" err="1"/>
              <a:t>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 </a:t>
            </a:r>
            <a:r>
              <a:rPr lang="en-GB" dirty="0" err="1"/>
              <a:t>commod.t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4958" y="1049459"/>
            <a:ext cx="2948191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8" y="449768"/>
            <a:ext cx="4099829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1372370"/>
            <a:ext cx="2671798" cy="1199381"/>
          </a:xfrm>
        </p:spPr>
        <p:txBody>
          <a:bodyPr lIns="0" tIns="0" rIns="0" bIns="0">
            <a:normAutofit/>
          </a:bodyPr>
          <a:lstStyle>
            <a:lvl1pPr marL="0" marR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>
                <a:solidFill>
                  <a:schemeClr val="tx1"/>
                </a:solidFill>
              </a:defRPr>
            </a:lvl1pPr>
          </a:lstStyle>
          <a:p>
            <a:pPr marL="0" marR="0" lvl="0" indent="0" defTabSz="552735" eaLnBrk="1" fontAlgn="auto" latinLnBrk="0" hangingPunct="1">
              <a:lnSpc>
                <a:spcPts val="1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F572E4-690F-5B40-8278-2D83516194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2161" y="3120810"/>
            <a:ext cx="1289834" cy="1665182"/>
          </a:xfrm>
        </p:spPr>
        <p:txBody>
          <a:bodyPr lIns="0" tIns="0" rIns="0" bIns="0">
            <a:noAutofit/>
          </a:bodyPr>
          <a:lstStyle>
            <a:lvl1pPr marL="0">
              <a:lnSpc>
                <a:spcPts val="955"/>
              </a:lnSpc>
              <a:defRPr sz="846"/>
            </a:lvl1pPr>
            <a:lvl2pPr marL="0">
              <a:lnSpc>
                <a:spcPts val="1136"/>
              </a:lnSpc>
              <a:defRPr sz="846"/>
            </a:lvl2pPr>
            <a:lvl3pPr marL="0">
              <a:lnSpc>
                <a:spcPts val="1136"/>
              </a:lnSpc>
              <a:defRPr sz="846"/>
            </a:lvl3pPr>
            <a:lvl4pPr marL="0">
              <a:lnSpc>
                <a:spcPts val="1136"/>
              </a:lnSpc>
              <a:defRPr sz="846"/>
            </a:lvl4pPr>
            <a:lvl5pPr marL="0">
              <a:lnSpc>
                <a:spcPts val="1136"/>
              </a:lnSpc>
              <a:defRPr sz="846"/>
            </a:lvl5pPr>
          </a:lstStyle>
          <a:p>
            <a:pPr lvl="0"/>
            <a:r>
              <a:rPr lang="en-GB" dirty="0" err="1"/>
              <a:t>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br>
              <a:rPr lang="en-GB" dirty="0"/>
            </a:b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br>
              <a:rPr lang="en-GB" dirty="0"/>
            </a:b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pr </a:t>
            </a:r>
            <a:r>
              <a:rPr lang="en-GB" dirty="0" err="1"/>
              <a:t>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del</a:t>
            </a:r>
            <a:br>
              <a:rPr lang="en-GB" dirty="0"/>
            </a:br>
            <a:r>
              <a:rPr lang="en-GB" dirty="0" err="1"/>
              <a:t>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cons </a:t>
            </a:r>
            <a:r>
              <a:rPr lang="en-GB" dirty="0" err="1"/>
              <a:t>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</a:t>
            </a:r>
          </a:p>
          <a:p>
            <a:pPr lvl="0"/>
            <a:endParaRPr lang="en-GB" dirty="0"/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2E31BF29-BE5D-8E48-A0A4-7686B219F6F4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024957" y="2802400"/>
            <a:ext cx="2671798" cy="1660682"/>
          </a:xfrm>
          <a:solidFill>
            <a:schemeClr val="tx2"/>
          </a:solidFill>
        </p:spPr>
        <p:txBody>
          <a:bodyPr anchor="ctr" anchorCtr="0">
            <a:normAutofit/>
          </a:bodyPr>
          <a:lstStyle>
            <a:lvl1pPr algn="ctr">
              <a:defRPr sz="846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50" name="Text Placeholder 10">
            <a:extLst>
              <a:ext uri="{FF2B5EF4-FFF2-40B4-BE49-F238E27FC236}">
                <a16:creationId xmlns:a16="http://schemas.microsoft.com/office/drawing/2014/main" id="{7EE8FA7A-5883-1849-9642-B0E9512E9A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18067" y="3125310"/>
            <a:ext cx="1333877" cy="1660682"/>
          </a:xfrm>
        </p:spPr>
        <p:txBody>
          <a:bodyPr lIns="0" tIns="0" rIns="0" bIns="0">
            <a:noAutofit/>
          </a:bodyPr>
          <a:lstStyle>
            <a:lvl1pPr marL="0">
              <a:lnSpc>
                <a:spcPts val="955"/>
              </a:lnSpc>
              <a:defRPr sz="846"/>
            </a:lvl1pPr>
            <a:lvl2pPr marL="0">
              <a:lnSpc>
                <a:spcPts val="1136"/>
              </a:lnSpc>
              <a:defRPr sz="846"/>
            </a:lvl2pPr>
            <a:lvl3pPr marL="0">
              <a:lnSpc>
                <a:spcPts val="1136"/>
              </a:lnSpc>
              <a:defRPr sz="846"/>
            </a:lvl3pPr>
            <a:lvl4pPr marL="0">
              <a:lnSpc>
                <a:spcPts val="1136"/>
              </a:lnSpc>
              <a:defRPr sz="846"/>
            </a:lvl4pPr>
            <a:lvl5pPr marL="0">
              <a:lnSpc>
                <a:spcPts val="1136"/>
              </a:lnSpc>
              <a:defRPr sz="846"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</a:t>
            </a:r>
            <a:r>
              <a:rPr lang="en-GB" dirty="0"/>
              <a:t>  </a:t>
            </a:r>
            <a:r>
              <a:rPr lang="en-GB" dirty="0" err="1"/>
              <a:t>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br>
              <a:rPr lang="en-GB" dirty="0"/>
            </a:br>
            <a:r>
              <a:rPr lang="en-GB" dirty="0"/>
              <a:t>dolore 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br>
              <a:rPr lang="en-GB" dirty="0"/>
            </a:br>
            <a:r>
              <a:rPr lang="en-GB" dirty="0" err="1"/>
              <a:t>volu</a:t>
            </a:r>
            <a:r>
              <a:rPr lang="en-GB" dirty="0"/>
              <a:t> </a:t>
            </a:r>
            <a:r>
              <a:rPr lang="en-GB" dirty="0" err="1"/>
              <a:t>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</a:t>
            </a:r>
            <a:br>
              <a:rPr lang="en-GB" dirty="0"/>
            </a:b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 ex</a:t>
            </a:r>
            <a:br>
              <a:rPr lang="en-GB" dirty="0"/>
            </a:br>
            <a:r>
              <a:rPr lang="en-GB" dirty="0" err="1"/>
              <a:t>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</a:t>
            </a:r>
            <a:r>
              <a:rPr lang="en-GB" dirty="0"/>
              <a:t>  er</a:t>
            </a:r>
            <a:br>
              <a:rPr lang="en-GB" dirty="0"/>
            </a:b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</a:t>
            </a:r>
            <a:r>
              <a:rPr lang="en-GB" dirty="0"/>
              <a:t>-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23129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Red Copy and Image Slid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3">
            <a:extLst>
              <a:ext uri="{FF2B5EF4-FFF2-40B4-BE49-F238E27FC236}">
                <a16:creationId xmlns:a16="http://schemas.microsoft.com/office/drawing/2014/main" id="{CA95ED83-B180-C94C-A097-458E1CFAB1F9}"/>
              </a:ext>
            </a:extLst>
          </p:cNvPr>
          <p:cNvSpPr/>
          <p:nvPr userDrawn="1"/>
        </p:nvSpPr>
        <p:spPr>
          <a:xfrm>
            <a:off x="5781350" y="0"/>
            <a:ext cx="3362650" cy="5143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FBE03C3-DE1B-2346-820F-53E522AA21A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55126" cy="514350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1023" y="911068"/>
            <a:ext cx="3639174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1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1023" y="449768"/>
            <a:ext cx="3639174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1023" y="1510760"/>
            <a:ext cx="4376222" cy="1245511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20613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White Copy and Image Slid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3">
            <a:extLst>
              <a:ext uri="{FF2B5EF4-FFF2-40B4-BE49-F238E27FC236}">
                <a16:creationId xmlns:a16="http://schemas.microsoft.com/office/drawing/2014/main" id="{B2A900A5-0951-234D-9A86-2C1B8D4BBB25}"/>
              </a:ext>
            </a:extLst>
          </p:cNvPr>
          <p:cNvSpPr/>
          <p:nvPr userDrawn="1"/>
        </p:nvSpPr>
        <p:spPr>
          <a:xfrm>
            <a:off x="0" y="0"/>
            <a:ext cx="3385636" cy="5143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B9B88E5-5EFE-B34F-900B-F7E92633952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00"/>
          <a:stretch/>
        </p:blipFill>
        <p:spPr>
          <a:xfrm>
            <a:off x="347472" y="6720"/>
            <a:ext cx="8796528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88886" y="911068"/>
            <a:ext cx="4376222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88886" y="449768"/>
            <a:ext cx="4376222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88886" y="1233979"/>
            <a:ext cx="4376222" cy="1245511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9610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Red Copy and Image Slid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88886" y="911068"/>
            <a:ext cx="4376222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1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88886" y="449768"/>
            <a:ext cx="4376222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88886" y="1233979"/>
            <a:ext cx="4376222" cy="1245511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A8885C19-F829-3542-AAE2-FBE6DC79E8C9}"/>
              </a:ext>
            </a:extLst>
          </p:cNvPr>
          <p:cNvSpPr/>
          <p:nvPr userDrawn="1"/>
        </p:nvSpPr>
        <p:spPr>
          <a:xfrm>
            <a:off x="1" y="186"/>
            <a:ext cx="3385629" cy="5143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2A93E84-361D-684E-8D97-3FF6EB180B2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653"/>
          <a:stretch/>
        </p:blipFill>
        <p:spPr>
          <a:xfrm>
            <a:off x="334108" y="6720"/>
            <a:ext cx="8809892" cy="513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408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E9FD27A-6B88-ED47-B7F5-01DDB2DD6E9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92C8EC0D-331C-8349-915F-38324E538EB5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978892" y="911070"/>
            <a:ext cx="6587365" cy="3459753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algn="ctr">
              <a:defRPr sz="145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image / video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499" y="311378"/>
            <a:ext cx="7140151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807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19BFC61D-8EBF-9147-B5CB-E9820E49F83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143" b="69268"/>
          <a:stretch/>
        </p:blipFill>
        <p:spPr>
          <a:xfrm>
            <a:off x="0" y="164592"/>
            <a:ext cx="9144000" cy="141732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7416" y="864938"/>
            <a:ext cx="2671798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7416" y="449768"/>
            <a:ext cx="2671798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7416" y="1510759"/>
            <a:ext cx="2671798" cy="2491022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41324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y Gre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0E6A9084-4221-FC4E-966D-4AAE4C37355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143" b="69268"/>
          <a:stretch/>
        </p:blipFill>
        <p:spPr>
          <a:xfrm>
            <a:off x="0" y="164592"/>
            <a:ext cx="9144000" cy="141732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7416" y="864938"/>
            <a:ext cx="2671798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7416" y="449768"/>
            <a:ext cx="2671798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7416" y="1510759"/>
            <a:ext cx="2671798" cy="2491022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367248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7416" y="2202710"/>
            <a:ext cx="2671798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2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7416" y="1787539"/>
            <a:ext cx="2671798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7416" y="2525620"/>
            <a:ext cx="2671798" cy="1983592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2C2F1A9F-8F39-AE42-8729-03DD24821436}"/>
              </a:ext>
            </a:extLst>
          </p:cNvPr>
          <p:cNvSpPr/>
          <p:nvPr userDrawn="1"/>
        </p:nvSpPr>
        <p:spPr>
          <a:xfrm>
            <a:off x="6061887" y="0"/>
            <a:ext cx="0" cy="1704890"/>
          </a:xfrm>
          <a:custGeom>
            <a:avLst/>
            <a:gdLst/>
            <a:ahLst/>
            <a:cxnLst/>
            <a:rect l="l" t="t" r="r" b="b"/>
            <a:pathLst>
              <a:path h="2816225">
                <a:moveTo>
                  <a:pt x="0" y="0"/>
                </a:moveTo>
                <a:lnTo>
                  <a:pt x="0" y="281586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grpSp>
        <p:nvGrpSpPr>
          <p:cNvPr id="25" name="object 3">
            <a:extLst>
              <a:ext uri="{FF2B5EF4-FFF2-40B4-BE49-F238E27FC236}">
                <a16:creationId xmlns:a16="http://schemas.microsoft.com/office/drawing/2014/main" id="{B0459C00-DB87-BF41-A2F0-F02ECE75C56F}"/>
              </a:ext>
            </a:extLst>
          </p:cNvPr>
          <p:cNvGrpSpPr/>
          <p:nvPr userDrawn="1"/>
        </p:nvGrpSpPr>
        <p:grpSpPr>
          <a:xfrm>
            <a:off x="4752360" y="299280"/>
            <a:ext cx="2886003" cy="2861600"/>
            <a:chOff x="7861196" y="494366"/>
            <a:chExt cx="4773930" cy="4726940"/>
          </a:xfrm>
        </p:grpSpPr>
        <p:sp>
          <p:nvSpPr>
            <p:cNvPr id="26" name="object 4">
              <a:extLst>
                <a:ext uri="{FF2B5EF4-FFF2-40B4-BE49-F238E27FC236}">
                  <a16:creationId xmlns:a16="http://schemas.microsoft.com/office/drawing/2014/main" id="{DC915C26-ED30-254A-B3A8-1421F3A0AAD2}"/>
                </a:ext>
              </a:extLst>
            </p:cNvPr>
            <p:cNvSpPr/>
            <p:nvPr/>
          </p:nvSpPr>
          <p:spPr>
            <a:xfrm>
              <a:off x="11109767" y="2759658"/>
              <a:ext cx="1520190" cy="1677670"/>
            </a:xfrm>
            <a:custGeom>
              <a:avLst/>
              <a:gdLst/>
              <a:ahLst/>
              <a:cxnLst/>
              <a:rect l="l" t="t" r="r" b="b"/>
              <a:pathLst>
                <a:path w="1520190" h="1677670">
                  <a:moveTo>
                    <a:pt x="106629" y="705020"/>
                  </a:moveTo>
                  <a:lnTo>
                    <a:pt x="155080" y="732544"/>
                  </a:lnTo>
                  <a:lnTo>
                    <a:pt x="202947" y="755726"/>
                  </a:lnTo>
                  <a:lnTo>
                    <a:pt x="250796" y="775573"/>
                  </a:lnTo>
                  <a:lnTo>
                    <a:pt x="299193" y="793091"/>
                  </a:lnTo>
                  <a:lnTo>
                    <a:pt x="348704" y="809286"/>
                  </a:lnTo>
                  <a:lnTo>
                    <a:pt x="399897" y="825162"/>
                  </a:lnTo>
                  <a:lnTo>
                    <a:pt x="436803" y="836553"/>
                  </a:lnTo>
                  <a:lnTo>
                    <a:pt x="474369" y="848434"/>
                  </a:lnTo>
                  <a:lnTo>
                    <a:pt x="512649" y="861113"/>
                  </a:lnTo>
                  <a:lnTo>
                    <a:pt x="551699" y="874893"/>
                  </a:lnTo>
                  <a:lnTo>
                    <a:pt x="591574" y="890081"/>
                  </a:lnTo>
                  <a:lnTo>
                    <a:pt x="632329" y="906983"/>
                  </a:lnTo>
                  <a:lnTo>
                    <a:pt x="674019" y="925903"/>
                  </a:lnTo>
                  <a:lnTo>
                    <a:pt x="716699" y="947147"/>
                  </a:lnTo>
                  <a:lnTo>
                    <a:pt x="760424" y="971021"/>
                  </a:lnTo>
                  <a:lnTo>
                    <a:pt x="805250" y="997830"/>
                  </a:lnTo>
                  <a:lnTo>
                    <a:pt x="851231" y="1027880"/>
                  </a:lnTo>
                  <a:lnTo>
                    <a:pt x="898424" y="1061476"/>
                  </a:lnTo>
                  <a:lnTo>
                    <a:pt x="946882" y="1098923"/>
                  </a:lnTo>
                  <a:lnTo>
                    <a:pt x="996661" y="1140527"/>
                  </a:lnTo>
                  <a:lnTo>
                    <a:pt x="1047817" y="1186594"/>
                  </a:lnTo>
                  <a:lnTo>
                    <a:pt x="1100404" y="1237430"/>
                  </a:lnTo>
                  <a:lnTo>
                    <a:pt x="1143835" y="1282126"/>
                  </a:lnTo>
                  <a:lnTo>
                    <a:pt x="1183792" y="1325782"/>
                  </a:lnTo>
                  <a:lnTo>
                    <a:pt x="1220463" y="1368431"/>
                  </a:lnTo>
                  <a:lnTo>
                    <a:pt x="1254036" y="1410109"/>
                  </a:lnTo>
                  <a:lnTo>
                    <a:pt x="1284701" y="1450849"/>
                  </a:lnTo>
                  <a:lnTo>
                    <a:pt x="1312646" y="1490685"/>
                  </a:lnTo>
                  <a:lnTo>
                    <a:pt x="1338059" y="1529653"/>
                  </a:lnTo>
                  <a:lnTo>
                    <a:pt x="1361129" y="1567787"/>
                  </a:lnTo>
                  <a:lnTo>
                    <a:pt x="1382046" y="1605120"/>
                  </a:lnTo>
                  <a:lnTo>
                    <a:pt x="1400996" y="1641687"/>
                  </a:lnTo>
                  <a:lnTo>
                    <a:pt x="1418170" y="1677523"/>
                  </a:lnTo>
                  <a:lnTo>
                    <a:pt x="1442326" y="1634940"/>
                  </a:lnTo>
                  <a:lnTo>
                    <a:pt x="1463223" y="1591103"/>
                  </a:lnTo>
                  <a:lnTo>
                    <a:pt x="1480862" y="1546192"/>
                  </a:lnTo>
                  <a:lnTo>
                    <a:pt x="1495241" y="1500391"/>
                  </a:lnTo>
                  <a:lnTo>
                    <a:pt x="1506359" y="1453882"/>
                  </a:lnTo>
                  <a:lnTo>
                    <a:pt x="1514214" y="1406847"/>
                  </a:lnTo>
                  <a:lnTo>
                    <a:pt x="1518806" y="1359467"/>
                  </a:lnTo>
                  <a:lnTo>
                    <a:pt x="1520133" y="1311926"/>
                  </a:lnTo>
                  <a:lnTo>
                    <a:pt x="1518193" y="1264406"/>
                  </a:lnTo>
                  <a:lnTo>
                    <a:pt x="1512987" y="1217089"/>
                  </a:lnTo>
                  <a:lnTo>
                    <a:pt x="1504511" y="1170157"/>
                  </a:lnTo>
                  <a:lnTo>
                    <a:pt x="1492766" y="1123793"/>
                  </a:lnTo>
                  <a:lnTo>
                    <a:pt x="1477750" y="1078179"/>
                  </a:lnTo>
                  <a:lnTo>
                    <a:pt x="1459462" y="1033496"/>
                  </a:lnTo>
                  <a:lnTo>
                    <a:pt x="1437900" y="989928"/>
                  </a:lnTo>
                  <a:lnTo>
                    <a:pt x="1413064" y="947657"/>
                  </a:lnTo>
                  <a:lnTo>
                    <a:pt x="1384952" y="906864"/>
                  </a:lnTo>
                  <a:lnTo>
                    <a:pt x="1353562" y="867733"/>
                  </a:lnTo>
                  <a:lnTo>
                    <a:pt x="1318894" y="830445"/>
                  </a:lnTo>
                  <a:lnTo>
                    <a:pt x="690054" y="201592"/>
                  </a:lnTo>
                  <a:lnTo>
                    <a:pt x="651662" y="165973"/>
                  </a:lnTo>
                  <a:lnTo>
                    <a:pt x="611321" y="133813"/>
                  </a:lnTo>
                  <a:lnTo>
                    <a:pt x="569229" y="105111"/>
                  </a:lnTo>
                  <a:lnTo>
                    <a:pt x="525585" y="79867"/>
                  </a:lnTo>
                  <a:lnTo>
                    <a:pt x="480589" y="58082"/>
                  </a:lnTo>
                  <a:lnTo>
                    <a:pt x="434439" y="39756"/>
                  </a:lnTo>
                  <a:lnTo>
                    <a:pt x="387334" y="24887"/>
                  </a:lnTo>
                  <a:lnTo>
                    <a:pt x="339474" y="13478"/>
                  </a:lnTo>
                  <a:lnTo>
                    <a:pt x="291056" y="5527"/>
                  </a:lnTo>
                  <a:lnTo>
                    <a:pt x="242281" y="1034"/>
                  </a:lnTo>
                  <a:lnTo>
                    <a:pt x="193347" y="0"/>
                  </a:lnTo>
                  <a:lnTo>
                    <a:pt x="144453" y="2424"/>
                  </a:lnTo>
                  <a:lnTo>
                    <a:pt x="95797" y="8306"/>
                  </a:lnTo>
                  <a:lnTo>
                    <a:pt x="47580" y="17647"/>
                  </a:lnTo>
                  <a:lnTo>
                    <a:pt x="0" y="3044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CAE70B0C-58F3-434A-AC35-E59D65DD50C2}"/>
                </a:ext>
              </a:extLst>
            </p:cNvPr>
            <p:cNvSpPr/>
            <p:nvPr/>
          </p:nvSpPr>
          <p:spPr>
            <a:xfrm>
              <a:off x="11223974" y="4332930"/>
              <a:ext cx="718185" cy="433070"/>
            </a:xfrm>
            <a:custGeom>
              <a:avLst/>
              <a:gdLst/>
              <a:ahLst/>
              <a:cxnLst/>
              <a:rect l="l" t="t" r="r" b="b"/>
              <a:pathLst>
                <a:path w="718184" h="433070">
                  <a:moveTo>
                    <a:pt x="0" y="0"/>
                  </a:moveTo>
                  <a:lnTo>
                    <a:pt x="230936" y="230949"/>
                  </a:lnTo>
                  <a:lnTo>
                    <a:pt x="268610" y="265948"/>
                  </a:lnTo>
                  <a:lnTo>
                    <a:pt x="308166" y="297613"/>
                  </a:lnTo>
                  <a:lnTo>
                    <a:pt x="349416" y="325945"/>
                  </a:lnTo>
                  <a:lnTo>
                    <a:pt x="392171" y="350943"/>
                  </a:lnTo>
                  <a:lnTo>
                    <a:pt x="436245" y="372608"/>
                  </a:lnTo>
                  <a:lnTo>
                    <a:pt x="481448" y="390939"/>
                  </a:lnTo>
                  <a:lnTo>
                    <a:pt x="527592" y="405937"/>
                  </a:lnTo>
                  <a:lnTo>
                    <a:pt x="574489" y="417602"/>
                  </a:lnTo>
                  <a:lnTo>
                    <a:pt x="621951" y="425934"/>
                  </a:lnTo>
                  <a:lnTo>
                    <a:pt x="669790" y="430933"/>
                  </a:lnTo>
                  <a:lnTo>
                    <a:pt x="717816" y="432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30" name="object 6">
              <a:extLst>
                <a:ext uri="{FF2B5EF4-FFF2-40B4-BE49-F238E27FC236}">
                  <a16:creationId xmlns:a16="http://schemas.microsoft.com/office/drawing/2014/main" id="{618BCA7C-AAC5-5147-9D40-5600B934A0FB}"/>
                </a:ext>
              </a:extLst>
            </p:cNvPr>
            <p:cNvSpPr/>
            <p:nvPr/>
          </p:nvSpPr>
          <p:spPr>
            <a:xfrm>
              <a:off x="11216404" y="3668016"/>
              <a:ext cx="1176655" cy="921385"/>
            </a:xfrm>
            <a:custGeom>
              <a:avLst/>
              <a:gdLst/>
              <a:ahLst/>
              <a:cxnLst/>
              <a:rect l="l" t="t" r="r" b="b"/>
              <a:pathLst>
                <a:path w="1176654" h="921385">
                  <a:moveTo>
                    <a:pt x="1176032" y="921219"/>
                  </a:moveTo>
                  <a:lnTo>
                    <a:pt x="1160535" y="883726"/>
                  </a:lnTo>
                  <a:lnTo>
                    <a:pt x="1143193" y="845383"/>
                  </a:lnTo>
                  <a:lnTo>
                    <a:pt x="1123728" y="806142"/>
                  </a:lnTo>
                  <a:lnTo>
                    <a:pt x="1101858" y="765956"/>
                  </a:lnTo>
                  <a:lnTo>
                    <a:pt x="1077304" y="724776"/>
                  </a:lnTo>
                  <a:lnTo>
                    <a:pt x="1049785" y="682554"/>
                  </a:lnTo>
                  <a:lnTo>
                    <a:pt x="1019023" y="639242"/>
                  </a:lnTo>
                  <a:lnTo>
                    <a:pt x="984737" y="594791"/>
                  </a:lnTo>
                  <a:lnTo>
                    <a:pt x="946647" y="549154"/>
                  </a:lnTo>
                  <a:lnTo>
                    <a:pt x="904473" y="502282"/>
                  </a:lnTo>
                  <a:lnTo>
                    <a:pt x="857935" y="454126"/>
                  </a:lnTo>
                  <a:lnTo>
                    <a:pt x="806718" y="404740"/>
                  </a:lnTo>
                  <a:lnTo>
                    <a:pt x="756948" y="360277"/>
                  </a:lnTo>
                  <a:lnTo>
                    <a:pt x="708568" y="320401"/>
                  </a:lnTo>
                  <a:lnTo>
                    <a:pt x="661521" y="284774"/>
                  </a:lnTo>
                  <a:lnTo>
                    <a:pt x="615748" y="253057"/>
                  </a:lnTo>
                  <a:lnTo>
                    <a:pt x="571192" y="224913"/>
                  </a:lnTo>
                  <a:lnTo>
                    <a:pt x="527794" y="200006"/>
                  </a:lnTo>
                  <a:lnTo>
                    <a:pt x="485498" y="177996"/>
                  </a:lnTo>
                  <a:lnTo>
                    <a:pt x="444244" y="158546"/>
                  </a:lnTo>
                  <a:lnTo>
                    <a:pt x="403976" y="141319"/>
                  </a:lnTo>
                  <a:lnTo>
                    <a:pt x="364636" y="125978"/>
                  </a:lnTo>
                  <a:lnTo>
                    <a:pt x="326165" y="112183"/>
                  </a:lnTo>
                  <a:lnTo>
                    <a:pt x="288505" y="99598"/>
                  </a:lnTo>
                  <a:lnTo>
                    <a:pt x="251600" y="87886"/>
                  </a:lnTo>
                  <a:lnTo>
                    <a:pt x="215391" y="76707"/>
                  </a:lnTo>
                  <a:lnTo>
                    <a:pt x="172281" y="63364"/>
                  </a:lnTo>
                  <a:lnTo>
                    <a:pt x="129383" y="49584"/>
                  </a:lnTo>
                  <a:lnTo>
                    <a:pt x="86501" y="34804"/>
                  </a:lnTo>
                  <a:lnTo>
                    <a:pt x="43439" y="18463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31" name="object 7">
              <a:extLst>
                <a:ext uri="{FF2B5EF4-FFF2-40B4-BE49-F238E27FC236}">
                  <a16:creationId xmlns:a16="http://schemas.microsoft.com/office/drawing/2014/main" id="{BAE4A02A-AEEC-C543-99EE-22D6B9D2F7D1}"/>
                </a:ext>
              </a:extLst>
            </p:cNvPr>
            <p:cNvSpPr/>
            <p:nvPr/>
          </p:nvSpPr>
          <p:spPr>
            <a:xfrm>
              <a:off x="10205122" y="2333504"/>
              <a:ext cx="1011555" cy="2858135"/>
            </a:xfrm>
            <a:custGeom>
              <a:avLst/>
              <a:gdLst/>
              <a:ahLst/>
              <a:cxnLst/>
              <a:rect l="l" t="t" r="r" b="b"/>
              <a:pathLst>
                <a:path w="1011554" h="2858135">
                  <a:moveTo>
                    <a:pt x="0" y="482358"/>
                  </a:moveTo>
                  <a:lnTo>
                    <a:pt x="1096" y="547152"/>
                  </a:lnTo>
                  <a:lnTo>
                    <a:pt x="4314" y="607602"/>
                  </a:lnTo>
                  <a:lnTo>
                    <a:pt x="9543" y="664097"/>
                  </a:lnTo>
                  <a:lnTo>
                    <a:pt x="16675" y="717029"/>
                  </a:lnTo>
                  <a:lnTo>
                    <a:pt x="25600" y="766786"/>
                  </a:lnTo>
                  <a:lnTo>
                    <a:pt x="36210" y="813760"/>
                  </a:lnTo>
                  <a:lnTo>
                    <a:pt x="48395" y="858341"/>
                  </a:lnTo>
                  <a:lnTo>
                    <a:pt x="62047" y="900918"/>
                  </a:lnTo>
                  <a:lnTo>
                    <a:pt x="77056" y="941884"/>
                  </a:lnTo>
                  <a:lnTo>
                    <a:pt x="93313" y="981626"/>
                  </a:lnTo>
                  <a:lnTo>
                    <a:pt x="110710" y="1020537"/>
                  </a:lnTo>
                  <a:lnTo>
                    <a:pt x="129137" y="1059006"/>
                  </a:lnTo>
                  <a:lnTo>
                    <a:pt x="148485" y="1097423"/>
                  </a:lnTo>
                  <a:lnTo>
                    <a:pt x="168646" y="1136179"/>
                  </a:lnTo>
                  <a:lnTo>
                    <a:pt x="189509" y="1175664"/>
                  </a:lnTo>
                  <a:lnTo>
                    <a:pt x="206972" y="1208678"/>
                  </a:lnTo>
                  <a:lnTo>
                    <a:pt x="224553" y="1242248"/>
                  </a:lnTo>
                  <a:lnTo>
                    <a:pt x="242154" y="1276518"/>
                  </a:lnTo>
                  <a:lnTo>
                    <a:pt x="259675" y="1311630"/>
                  </a:lnTo>
                  <a:lnTo>
                    <a:pt x="277016" y="1347729"/>
                  </a:lnTo>
                  <a:lnTo>
                    <a:pt x="294078" y="1384957"/>
                  </a:lnTo>
                  <a:lnTo>
                    <a:pt x="310761" y="1423459"/>
                  </a:lnTo>
                  <a:lnTo>
                    <a:pt x="326965" y="1463377"/>
                  </a:lnTo>
                  <a:lnTo>
                    <a:pt x="342591" y="1504855"/>
                  </a:lnTo>
                  <a:lnTo>
                    <a:pt x="357539" y="1548037"/>
                  </a:lnTo>
                  <a:lnTo>
                    <a:pt x="371710" y="1593066"/>
                  </a:lnTo>
                  <a:lnTo>
                    <a:pt x="385004" y="1640085"/>
                  </a:lnTo>
                  <a:lnTo>
                    <a:pt x="397321" y="1689238"/>
                  </a:lnTo>
                  <a:lnTo>
                    <a:pt x="408562" y="1740669"/>
                  </a:lnTo>
                  <a:lnTo>
                    <a:pt x="418628" y="1794520"/>
                  </a:lnTo>
                  <a:lnTo>
                    <a:pt x="427418" y="1850936"/>
                  </a:lnTo>
                  <a:lnTo>
                    <a:pt x="434833" y="1910060"/>
                  </a:lnTo>
                  <a:lnTo>
                    <a:pt x="440774" y="1972034"/>
                  </a:lnTo>
                  <a:lnTo>
                    <a:pt x="445141" y="2037004"/>
                  </a:lnTo>
                  <a:lnTo>
                    <a:pt x="447834" y="2105111"/>
                  </a:lnTo>
                  <a:lnTo>
                    <a:pt x="448754" y="2176500"/>
                  </a:lnTo>
                  <a:lnTo>
                    <a:pt x="448047" y="2239127"/>
                  </a:lnTo>
                  <a:lnTo>
                    <a:pt x="445970" y="2299220"/>
                  </a:lnTo>
                  <a:lnTo>
                    <a:pt x="442591" y="2356877"/>
                  </a:lnTo>
                  <a:lnTo>
                    <a:pt x="437977" y="2412194"/>
                  </a:lnTo>
                  <a:lnTo>
                    <a:pt x="432195" y="2465269"/>
                  </a:lnTo>
                  <a:lnTo>
                    <a:pt x="425313" y="2516200"/>
                  </a:lnTo>
                  <a:lnTo>
                    <a:pt x="417398" y="2565084"/>
                  </a:lnTo>
                  <a:lnTo>
                    <a:pt x="408517" y="2612017"/>
                  </a:lnTo>
                  <a:lnTo>
                    <a:pt x="398738" y="2657098"/>
                  </a:lnTo>
                  <a:lnTo>
                    <a:pt x="388127" y="2700424"/>
                  </a:lnTo>
                  <a:lnTo>
                    <a:pt x="376753" y="2742092"/>
                  </a:lnTo>
                  <a:lnTo>
                    <a:pt x="364683" y="2782199"/>
                  </a:lnTo>
                  <a:lnTo>
                    <a:pt x="351983" y="2820844"/>
                  </a:lnTo>
                  <a:lnTo>
                    <a:pt x="338721" y="2858122"/>
                  </a:lnTo>
                  <a:lnTo>
                    <a:pt x="384498" y="2845902"/>
                  </a:lnTo>
                  <a:lnTo>
                    <a:pt x="429257" y="2831315"/>
                  </a:lnTo>
                  <a:lnTo>
                    <a:pt x="472926" y="2814433"/>
                  </a:lnTo>
                  <a:lnTo>
                    <a:pt x="515433" y="2795327"/>
                  </a:lnTo>
                  <a:lnTo>
                    <a:pt x="556706" y="2774069"/>
                  </a:lnTo>
                  <a:lnTo>
                    <a:pt x="596671" y="2750730"/>
                  </a:lnTo>
                  <a:lnTo>
                    <a:pt x="635257" y="2725381"/>
                  </a:lnTo>
                  <a:lnTo>
                    <a:pt x="672391" y="2698094"/>
                  </a:lnTo>
                  <a:lnTo>
                    <a:pt x="708001" y="2668941"/>
                  </a:lnTo>
                  <a:lnTo>
                    <a:pt x="742013" y="2637992"/>
                  </a:lnTo>
                  <a:lnTo>
                    <a:pt x="774356" y="2605321"/>
                  </a:lnTo>
                  <a:lnTo>
                    <a:pt x="804958" y="2570997"/>
                  </a:lnTo>
                  <a:lnTo>
                    <a:pt x="833745" y="2535092"/>
                  </a:lnTo>
                  <a:lnTo>
                    <a:pt x="860646" y="2497679"/>
                  </a:lnTo>
                  <a:lnTo>
                    <a:pt x="885587" y="2458828"/>
                  </a:lnTo>
                  <a:lnTo>
                    <a:pt x="908497" y="2418611"/>
                  </a:lnTo>
                  <a:lnTo>
                    <a:pt x="929303" y="2377099"/>
                  </a:lnTo>
                  <a:lnTo>
                    <a:pt x="947933" y="2334365"/>
                  </a:lnTo>
                  <a:lnTo>
                    <a:pt x="964313" y="2290478"/>
                  </a:lnTo>
                  <a:lnTo>
                    <a:pt x="978372" y="2245512"/>
                  </a:lnTo>
                  <a:lnTo>
                    <a:pt x="990038" y="2199537"/>
                  </a:lnTo>
                  <a:lnTo>
                    <a:pt x="999237" y="2152625"/>
                  </a:lnTo>
                  <a:lnTo>
                    <a:pt x="1005898" y="2104847"/>
                  </a:lnTo>
                  <a:lnTo>
                    <a:pt x="1009947" y="2056275"/>
                  </a:lnTo>
                  <a:lnTo>
                    <a:pt x="1011313" y="2006981"/>
                  </a:lnTo>
                  <a:lnTo>
                    <a:pt x="1011313" y="875791"/>
                  </a:lnTo>
                  <a:lnTo>
                    <a:pt x="1010017" y="827740"/>
                  </a:lnTo>
                  <a:lnTo>
                    <a:pt x="1006174" y="780365"/>
                  </a:lnTo>
                  <a:lnTo>
                    <a:pt x="999850" y="733735"/>
                  </a:lnTo>
                  <a:lnTo>
                    <a:pt x="991113" y="687915"/>
                  </a:lnTo>
                  <a:lnTo>
                    <a:pt x="980029" y="642973"/>
                  </a:lnTo>
                  <a:lnTo>
                    <a:pt x="966664" y="598975"/>
                  </a:lnTo>
                  <a:lnTo>
                    <a:pt x="951086" y="555988"/>
                  </a:lnTo>
                  <a:lnTo>
                    <a:pt x="933362" y="514079"/>
                  </a:lnTo>
                  <a:lnTo>
                    <a:pt x="913557" y="473315"/>
                  </a:lnTo>
                  <a:lnTo>
                    <a:pt x="891740" y="433763"/>
                  </a:lnTo>
                  <a:lnTo>
                    <a:pt x="867976" y="395489"/>
                  </a:lnTo>
                  <a:lnTo>
                    <a:pt x="842333" y="358560"/>
                  </a:lnTo>
                  <a:lnTo>
                    <a:pt x="814878" y="323042"/>
                  </a:lnTo>
                  <a:lnTo>
                    <a:pt x="785676" y="289004"/>
                  </a:lnTo>
                  <a:lnTo>
                    <a:pt x="754795" y="256511"/>
                  </a:lnTo>
                  <a:lnTo>
                    <a:pt x="722302" y="225630"/>
                  </a:lnTo>
                  <a:lnTo>
                    <a:pt x="688264" y="196429"/>
                  </a:lnTo>
                  <a:lnTo>
                    <a:pt x="652747" y="168973"/>
                  </a:lnTo>
                  <a:lnTo>
                    <a:pt x="615818" y="143330"/>
                  </a:lnTo>
                  <a:lnTo>
                    <a:pt x="577543" y="119567"/>
                  </a:lnTo>
                  <a:lnTo>
                    <a:pt x="537991" y="97750"/>
                  </a:lnTo>
                  <a:lnTo>
                    <a:pt x="497226" y="77945"/>
                  </a:lnTo>
                  <a:lnTo>
                    <a:pt x="455317" y="60221"/>
                  </a:lnTo>
                  <a:lnTo>
                    <a:pt x="412330" y="44644"/>
                  </a:lnTo>
                  <a:lnTo>
                    <a:pt x="368332" y="31280"/>
                  </a:lnTo>
                  <a:lnTo>
                    <a:pt x="323389" y="20196"/>
                  </a:lnTo>
                  <a:lnTo>
                    <a:pt x="277568" y="11459"/>
                  </a:lnTo>
                  <a:lnTo>
                    <a:pt x="230937" y="5136"/>
                  </a:lnTo>
                  <a:lnTo>
                    <a:pt x="183561" y="1294"/>
                  </a:lnTo>
                  <a:lnTo>
                    <a:pt x="135509" y="0"/>
                  </a:lnTo>
                  <a:lnTo>
                    <a:pt x="122834" y="262"/>
                  </a:lnTo>
                  <a:lnTo>
                    <a:pt x="110261" y="912"/>
                  </a:lnTo>
                  <a:lnTo>
                    <a:pt x="97736" y="1741"/>
                  </a:lnTo>
                  <a:lnTo>
                    <a:pt x="85204" y="2539"/>
                  </a:lnTo>
                  <a:lnTo>
                    <a:pt x="70285" y="40825"/>
                  </a:lnTo>
                  <a:lnTo>
                    <a:pt x="56538" y="80368"/>
                  </a:lnTo>
                  <a:lnTo>
                    <a:pt x="44055" y="121505"/>
                  </a:lnTo>
                  <a:lnTo>
                    <a:pt x="32932" y="164572"/>
                  </a:lnTo>
                  <a:lnTo>
                    <a:pt x="23261" y="209907"/>
                  </a:lnTo>
                  <a:lnTo>
                    <a:pt x="15138" y="257845"/>
                  </a:lnTo>
                  <a:lnTo>
                    <a:pt x="8656" y="308722"/>
                  </a:lnTo>
                  <a:lnTo>
                    <a:pt x="3910" y="362876"/>
                  </a:lnTo>
                  <a:lnTo>
                    <a:pt x="993" y="420643"/>
                  </a:lnTo>
                  <a:lnTo>
                    <a:pt x="0" y="48235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32" name="object 8">
              <a:extLst>
                <a:ext uri="{FF2B5EF4-FFF2-40B4-BE49-F238E27FC236}">
                  <a16:creationId xmlns:a16="http://schemas.microsoft.com/office/drawing/2014/main" id="{38676BE6-E059-4643-8144-2354D01254E5}"/>
                </a:ext>
              </a:extLst>
            </p:cNvPr>
            <p:cNvSpPr/>
            <p:nvPr/>
          </p:nvSpPr>
          <p:spPr>
            <a:xfrm>
              <a:off x="7865958" y="499129"/>
              <a:ext cx="2610485" cy="4717415"/>
            </a:xfrm>
            <a:custGeom>
              <a:avLst/>
              <a:gdLst/>
              <a:ahLst/>
              <a:cxnLst/>
              <a:rect l="l" t="t" r="r" b="b"/>
              <a:pathLst>
                <a:path w="2610484" h="4717415">
                  <a:moveTo>
                    <a:pt x="2161412" y="2316733"/>
                  </a:moveTo>
                  <a:lnTo>
                    <a:pt x="2162585" y="2385775"/>
                  </a:lnTo>
                  <a:lnTo>
                    <a:pt x="2166010" y="2450727"/>
                  </a:lnTo>
                  <a:lnTo>
                    <a:pt x="2171545" y="2511880"/>
                  </a:lnTo>
                  <a:lnTo>
                    <a:pt x="2179052" y="2569526"/>
                  </a:lnTo>
                  <a:lnTo>
                    <a:pt x="2188389" y="2623955"/>
                  </a:lnTo>
                  <a:lnTo>
                    <a:pt x="2199415" y="2675458"/>
                  </a:lnTo>
                  <a:lnTo>
                    <a:pt x="2211991" y="2724326"/>
                  </a:lnTo>
                  <a:lnTo>
                    <a:pt x="2225976" y="2770849"/>
                  </a:lnTo>
                  <a:lnTo>
                    <a:pt x="2241229" y="2815319"/>
                  </a:lnTo>
                  <a:lnTo>
                    <a:pt x="2257610" y="2858025"/>
                  </a:lnTo>
                  <a:lnTo>
                    <a:pt x="2274978" y="2899260"/>
                  </a:lnTo>
                  <a:lnTo>
                    <a:pt x="2293193" y="2939313"/>
                  </a:lnTo>
                  <a:lnTo>
                    <a:pt x="2312115" y="2978476"/>
                  </a:lnTo>
                  <a:lnTo>
                    <a:pt x="2331602" y="3017039"/>
                  </a:lnTo>
                  <a:lnTo>
                    <a:pt x="2351514" y="3055293"/>
                  </a:lnTo>
                  <a:lnTo>
                    <a:pt x="2371712" y="3093529"/>
                  </a:lnTo>
                  <a:lnTo>
                    <a:pt x="2389463" y="3127094"/>
                  </a:lnTo>
                  <a:lnTo>
                    <a:pt x="2407339" y="3161302"/>
                  </a:lnTo>
                  <a:lnTo>
                    <a:pt x="2425215" y="3196329"/>
                  </a:lnTo>
                  <a:lnTo>
                    <a:pt x="2442966" y="3232350"/>
                  </a:lnTo>
                  <a:lnTo>
                    <a:pt x="2460471" y="3269539"/>
                  </a:lnTo>
                  <a:lnTo>
                    <a:pt x="2477603" y="3308072"/>
                  </a:lnTo>
                  <a:lnTo>
                    <a:pt x="2494241" y="3348123"/>
                  </a:lnTo>
                  <a:lnTo>
                    <a:pt x="2510259" y="3389867"/>
                  </a:lnTo>
                  <a:lnTo>
                    <a:pt x="2525534" y="3433481"/>
                  </a:lnTo>
                  <a:lnTo>
                    <a:pt x="2539942" y="3479137"/>
                  </a:lnTo>
                  <a:lnTo>
                    <a:pt x="2553360" y="3527012"/>
                  </a:lnTo>
                  <a:lnTo>
                    <a:pt x="2565662" y="3577281"/>
                  </a:lnTo>
                  <a:lnTo>
                    <a:pt x="2576726" y="3630118"/>
                  </a:lnTo>
                  <a:lnTo>
                    <a:pt x="2586428" y="3685698"/>
                  </a:lnTo>
                  <a:lnTo>
                    <a:pt x="2594644" y="3744197"/>
                  </a:lnTo>
                  <a:lnTo>
                    <a:pt x="2601250" y="3805789"/>
                  </a:lnTo>
                  <a:lnTo>
                    <a:pt x="2606121" y="3870649"/>
                  </a:lnTo>
                  <a:lnTo>
                    <a:pt x="2609135" y="3938953"/>
                  </a:lnTo>
                  <a:lnTo>
                    <a:pt x="2610167" y="4010875"/>
                  </a:lnTo>
                  <a:lnTo>
                    <a:pt x="2609264" y="4078231"/>
                  </a:lnTo>
                  <a:lnTo>
                    <a:pt x="2606623" y="4142412"/>
                  </a:lnTo>
                  <a:lnTo>
                    <a:pt x="2602345" y="4203561"/>
                  </a:lnTo>
                  <a:lnTo>
                    <a:pt x="2596531" y="4261822"/>
                  </a:lnTo>
                  <a:lnTo>
                    <a:pt x="2589282" y="4317337"/>
                  </a:lnTo>
                  <a:lnTo>
                    <a:pt x="2580700" y="4370251"/>
                  </a:lnTo>
                  <a:lnTo>
                    <a:pt x="2570884" y="4420706"/>
                  </a:lnTo>
                  <a:lnTo>
                    <a:pt x="2559938" y="4468846"/>
                  </a:lnTo>
                  <a:lnTo>
                    <a:pt x="2547960" y="4514813"/>
                  </a:lnTo>
                  <a:lnTo>
                    <a:pt x="2535054" y="4558752"/>
                  </a:lnTo>
                  <a:lnTo>
                    <a:pt x="2521319" y="4600805"/>
                  </a:lnTo>
                  <a:lnTo>
                    <a:pt x="2506857" y="4641116"/>
                  </a:lnTo>
                  <a:lnTo>
                    <a:pt x="2491769" y="4679828"/>
                  </a:lnTo>
                  <a:lnTo>
                    <a:pt x="2476157" y="4717084"/>
                  </a:lnTo>
                  <a:lnTo>
                    <a:pt x="2474658" y="4717160"/>
                  </a:lnTo>
                  <a:lnTo>
                    <a:pt x="2426605" y="4715865"/>
                  </a:lnTo>
                  <a:lnTo>
                    <a:pt x="2379230" y="4712021"/>
                  </a:lnTo>
                  <a:lnTo>
                    <a:pt x="2332598" y="4705697"/>
                  </a:lnTo>
                  <a:lnTo>
                    <a:pt x="2286778" y="4696960"/>
                  </a:lnTo>
                  <a:lnTo>
                    <a:pt x="2241835" y="4685875"/>
                  </a:lnTo>
                  <a:lnTo>
                    <a:pt x="2197837" y="4672510"/>
                  </a:lnTo>
                  <a:lnTo>
                    <a:pt x="2154849" y="4656932"/>
                  </a:lnTo>
                  <a:lnTo>
                    <a:pt x="2112940" y="4639207"/>
                  </a:lnTo>
                  <a:lnTo>
                    <a:pt x="2072176" y="4619402"/>
                  </a:lnTo>
                  <a:lnTo>
                    <a:pt x="2032623" y="4597584"/>
                  </a:lnTo>
                  <a:lnTo>
                    <a:pt x="1994349" y="4573820"/>
                  </a:lnTo>
                  <a:lnTo>
                    <a:pt x="1957420" y="4548177"/>
                  </a:lnTo>
                  <a:lnTo>
                    <a:pt x="1921903" y="4520721"/>
                  </a:lnTo>
                  <a:lnTo>
                    <a:pt x="1887864" y="4491519"/>
                  </a:lnTo>
                  <a:lnTo>
                    <a:pt x="1855371" y="4460638"/>
                  </a:lnTo>
                  <a:lnTo>
                    <a:pt x="1824490" y="4428145"/>
                  </a:lnTo>
                  <a:lnTo>
                    <a:pt x="1795289" y="4394106"/>
                  </a:lnTo>
                  <a:lnTo>
                    <a:pt x="1767833" y="4358589"/>
                  </a:lnTo>
                  <a:lnTo>
                    <a:pt x="1742190" y="4321659"/>
                  </a:lnTo>
                  <a:lnTo>
                    <a:pt x="1718427" y="4283385"/>
                  </a:lnTo>
                  <a:lnTo>
                    <a:pt x="1696609" y="4243832"/>
                  </a:lnTo>
                  <a:lnTo>
                    <a:pt x="1676805" y="4203068"/>
                  </a:lnTo>
                  <a:lnTo>
                    <a:pt x="1659080" y="4161159"/>
                  </a:lnTo>
                  <a:lnTo>
                    <a:pt x="1643503" y="4118172"/>
                  </a:lnTo>
                  <a:lnTo>
                    <a:pt x="1630138" y="4074174"/>
                  </a:lnTo>
                  <a:lnTo>
                    <a:pt x="1619054" y="4029232"/>
                  </a:lnTo>
                  <a:lnTo>
                    <a:pt x="1610316" y="3983412"/>
                  </a:lnTo>
                  <a:lnTo>
                    <a:pt x="1603992" y="3936782"/>
                  </a:lnTo>
                  <a:lnTo>
                    <a:pt x="1600149" y="3889407"/>
                  </a:lnTo>
                  <a:lnTo>
                    <a:pt x="1598853" y="3841356"/>
                  </a:lnTo>
                  <a:lnTo>
                    <a:pt x="1598853" y="2710167"/>
                  </a:lnTo>
                  <a:lnTo>
                    <a:pt x="1600397" y="2657759"/>
                  </a:lnTo>
                  <a:lnTo>
                    <a:pt x="1604969" y="2606170"/>
                  </a:lnTo>
                  <a:lnTo>
                    <a:pt x="1612483" y="2555484"/>
                  </a:lnTo>
                  <a:lnTo>
                    <a:pt x="1622852" y="2505789"/>
                  </a:lnTo>
                  <a:lnTo>
                    <a:pt x="1635989" y="2457172"/>
                  </a:lnTo>
                  <a:lnTo>
                    <a:pt x="1651807" y="2409718"/>
                  </a:lnTo>
                  <a:lnTo>
                    <a:pt x="1670218" y="2363514"/>
                  </a:lnTo>
                  <a:lnTo>
                    <a:pt x="1691136" y="2318646"/>
                  </a:lnTo>
                  <a:lnTo>
                    <a:pt x="1714474" y="2275202"/>
                  </a:lnTo>
                  <a:lnTo>
                    <a:pt x="1740145" y="2233267"/>
                  </a:lnTo>
                  <a:lnTo>
                    <a:pt x="1768062" y="2192928"/>
                  </a:lnTo>
                  <a:lnTo>
                    <a:pt x="1798137" y="2154271"/>
                  </a:lnTo>
                  <a:lnTo>
                    <a:pt x="1830284" y="2117382"/>
                  </a:lnTo>
                  <a:lnTo>
                    <a:pt x="1864416" y="2082349"/>
                  </a:lnTo>
                  <a:lnTo>
                    <a:pt x="1900446" y="2049258"/>
                  </a:lnTo>
                  <a:lnTo>
                    <a:pt x="1938286" y="2018195"/>
                  </a:lnTo>
                  <a:lnTo>
                    <a:pt x="1938299" y="1420215"/>
                  </a:lnTo>
                  <a:lnTo>
                    <a:pt x="1937509" y="1372382"/>
                  </a:lnTo>
                  <a:lnTo>
                    <a:pt x="1935154" y="1324946"/>
                  </a:lnTo>
                  <a:lnTo>
                    <a:pt x="1931260" y="1277930"/>
                  </a:lnTo>
                  <a:lnTo>
                    <a:pt x="1925852" y="1231360"/>
                  </a:lnTo>
                  <a:lnTo>
                    <a:pt x="1918954" y="1185260"/>
                  </a:lnTo>
                  <a:lnTo>
                    <a:pt x="1910592" y="1139656"/>
                  </a:lnTo>
                  <a:lnTo>
                    <a:pt x="1900789" y="1094572"/>
                  </a:lnTo>
                  <a:lnTo>
                    <a:pt x="1889572" y="1050033"/>
                  </a:lnTo>
                  <a:lnTo>
                    <a:pt x="1876964" y="1006065"/>
                  </a:lnTo>
                  <a:lnTo>
                    <a:pt x="1862992" y="962691"/>
                  </a:lnTo>
                  <a:lnTo>
                    <a:pt x="1847678" y="919936"/>
                  </a:lnTo>
                  <a:lnTo>
                    <a:pt x="1831050" y="877826"/>
                  </a:lnTo>
                  <a:lnTo>
                    <a:pt x="1813130" y="836386"/>
                  </a:lnTo>
                  <a:lnTo>
                    <a:pt x="1793945" y="795640"/>
                  </a:lnTo>
                  <a:lnTo>
                    <a:pt x="1773518" y="755613"/>
                  </a:lnTo>
                  <a:lnTo>
                    <a:pt x="1751875" y="716329"/>
                  </a:lnTo>
                  <a:lnTo>
                    <a:pt x="1729042" y="677815"/>
                  </a:lnTo>
                  <a:lnTo>
                    <a:pt x="1705041" y="640094"/>
                  </a:lnTo>
                  <a:lnTo>
                    <a:pt x="1679899" y="603192"/>
                  </a:lnTo>
                  <a:lnTo>
                    <a:pt x="1653640" y="567133"/>
                  </a:lnTo>
                  <a:lnTo>
                    <a:pt x="1626290" y="531942"/>
                  </a:lnTo>
                  <a:lnTo>
                    <a:pt x="1597872" y="497644"/>
                  </a:lnTo>
                  <a:lnTo>
                    <a:pt x="1568412" y="464265"/>
                  </a:lnTo>
                  <a:lnTo>
                    <a:pt x="1537935" y="431828"/>
                  </a:lnTo>
                  <a:lnTo>
                    <a:pt x="1506466" y="400358"/>
                  </a:lnTo>
                  <a:lnTo>
                    <a:pt x="1474029" y="369881"/>
                  </a:lnTo>
                  <a:lnTo>
                    <a:pt x="1440649" y="340422"/>
                  </a:lnTo>
                  <a:lnTo>
                    <a:pt x="1406351" y="312005"/>
                  </a:lnTo>
                  <a:lnTo>
                    <a:pt x="1371160" y="284654"/>
                  </a:lnTo>
                  <a:lnTo>
                    <a:pt x="1335101" y="258396"/>
                  </a:lnTo>
                  <a:lnTo>
                    <a:pt x="1298199" y="233254"/>
                  </a:lnTo>
                  <a:lnTo>
                    <a:pt x="1260478" y="209254"/>
                  </a:lnTo>
                  <a:lnTo>
                    <a:pt x="1221963" y="186420"/>
                  </a:lnTo>
                  <a:lnTo>
                    <a:pt x="1182680" y="164778"/>
                  </a:lnTo>
                  <a:lnTo>
                    <a:pt x="1142653" y="144352"/>
                  </a:lnTo>
                  <a:lnTo>
                    <a:pt x="1101907" y="125166"/>
                  </a:lnTo>
                  <a:lnTo>
                    <a:pt x="1060467" y="107247"/>
                  </a:lnTo>
                  <a:lnTo>
                    <a:pt x="1018357" y="90618"/>
                  </a:lnTo>
                  <a:lnTo>
                    <a:pt x="975603" y="75305"/>
                  </a:lnTo>
                  <a:lnTo>
                    <a:pt x="932229" y="61333"/>
                  </a:lnTo>
                  <a:lnTo>
                    <a:pt x="888261" y="48726"/>
                  </a:lnTo>
                  <a:lnTo>
                    <a:pt x="843722" y="37508"/>
                  </a:lnTo>
                  <a:lnTo>
                    <a:pt x="798639" y="27706"/>
                  </a:lnTo>
                  <a:lnTo>
                    <a:pt x="753035" y="19344"/>
                  </a:lnTo>
                  <a:lnTo>
                    <a:pt x="706936" y="12446"/>
                  </a:lnTo>
                  <a:lnTo>
                    <a:pt x="660366" y="7038"/>
                  </a:lnTo>
                  <a:lnTo>
                    <a:pt x="613351" y="3144"/>
                  </a:lnTo>
                  <a:lnTo>
                    <a:pt x="565915" y="790"/>
                  </a:lnTo>
                  <a:lnTo>
                    <a:pt x="518083" y="0"/>
                  </a:lnTo>
                  <a:lnTo>
                    <a:pt x="0" y="0"/>
                  </a:lnTo>
                  <a:lnTo>
                    <a:pt x="0" y="518083"/>
                  </a:lnTo>
                  <a:lnTo>
                    <a:pt x="790" y="565916"/>
                  </a:lnTo>
                  <a:lnTo>
                    <a:pt x="3144" y="613353"/>
                  </a:lnTo>
                  <a:lnTo>
                    <a:pt x="7038" y="660368"/>
                  </a:lnTo>
                  <a:lnTo>
                    <a:pt x="12446" y="706938"/>
                  </a:lnTo>
                  <a:lnTo>
                    <a:pt x="19344" y="753038"/>
                  </a:lnTo>
                  <a:lnTo>
                    <a:pt x="27706" y="798642"/>
                  </a:lnTo>
                  <a:lnTo>
                    <a:pt x="37508" y="843726"/>
                  </a:lnTo>
                  <a:lnTo>
                    <a:pt x="48726" y="888265"/>
                  </a:lnTo>
                  <a:lnTo>
                    <a:pt x="61333" y="932234"/>
                  </a:lnTo>
                  <a:lnTo>
                    <a:pt x="75305" y="975608"/>
                  </a:lnTo>
                  <a:lnTo>
                    <a:pt x="90618" y="1018362"/>
                  </a:lnTo>
                  <a:lnTo>
                    <a:pt x="107247" y="1060472"/>
                  </a:lnTo>
                  <a:lnTo>
                    <a:pt x="125166" y="1101912"/>
                  </a:lnTo>
                  <a:lnTo>
                    <a:pt x="144352" y="1142659"/>
                  </a:lnTo>
                  <a:lnTo>
                    <a:pt x="164778" y="1182686"/>
                  </a:lnTo>
                  <a:lnTo>
                    <a:pt x="186420" y="1221969"/>
                  </a:lnTo>
                  <a:lnTo>
                    <a:pt x="209254" y="1260484"/>
                  </a:lnTo>
                  <a:lnTo>
                    <a:pt x="233254" y="1298204"/>
                  </a:lnTo>
                  <a:lnTo>
                    <a:pt x="258396" y="1335107"/>
                  </a:lnTo>
                  <a:lnTo>
                    <a:pt x="284654" y="1371166"/>
                  </a:lnTo>
                  <a:lnTo>
                    <a:pt x="312005" y="1406356"/>
                  </a:lnTo>
                  <a:lnTo>
                    <a:pt x="340422" y="1440654"/>
                  </a:lnTo>
                  <a:lnTo>
                    <a:pt x="369881" y="1474034"/>
                  </a:lnTo>
                  <a:lnTo>
                    <a:pt x="400358" y="1506471"/>
                  </a:lnTo>
                  <a:lnTo>
                    <a:pt x="431828" y="1537940"/>
                  </a:lnTo>
                  <a:lnTo>
                    <a:pt x="464265" y="1568417"/>
                  </a:lnTo>
                  <a:lnTo>
                    <a:pt x="497644" y="1597877"/>
                  </a:lnTo>
                  <a:lnTo>
                    <a:pt x="531942" y="1626294"/>
                  </a:lnTo>
                  <a:lnTo>
                    <a:pt x="567133" y="1653644"/>
                  </a:lnTo>
                  <a:lnTo>
                    <a:pt x="603192" y="1679903"/>
                  </a:lnTo>
                  <a:lnTo>
                    <a:pt x="640094" y="1705044"/>
                  </a:lnTo>
                  <a:lnTo>
                    <a:pt x="677815" y="1729045"/>
                  </a:lnTo>
                  <a:lnTo>
                    <a:pt x="716329" y="1751878"/>
                  </a:lnTo>
                  <a:lnTo>
                    <a:pt x="755613" y="1773521"/>
                  </a:lnTo>
                  <a:lnTo>
                    <a:pt x="795640" y="1793947"/>
                  </a:lnTo>
                  <a:lnTo>
                    <a:pt x="836386" y="1813132"/>
                  </a:lnTo>
                  <a:lnTo>
                    <a:pt x="877826" y="1831051"/>
                  </a:lnTo>
                  <a:lnTo>
                    <a:pt x="919936" y="1847680"/>
                  </a:lnTo>
                  <a:lnTo>
                    <a:pt x="962691" y="1862993"/>
                  </a:lnTo>
                  <a:lnTo>
                    <a:pt x="1006065" y="1876966"/>
                  </a:lnTo>
                  <a:lnTo>
                    <a:pt x="1050033" y="1889573"/>
                  </a:lnTo>
                  <a:lnTo>
                    <a:pt x="1094572" y="1900790"/>
                  </a:lnTo>
                  <a:lnTo>
                    <a:pt x="1139656" y="1910592"/>
                  </a:lnTo>
                  <a:lnTo>
                    <a:pt x="1185260" y="1918955"/>
                  </a:lnTo>
                  <a:lnTo>
                    <a:pt x="1231360" y="1925852"/>
                  </a:lnTo>
                  <a:lnTo>
                    <a:pt x="1277930" y="1931260"/>
                  </a:lnTo>
                  <a:lnTo>
                    <a:pt x="1324946" y="1935154"/>
                  </a:lnTo>
                  <a:lnTo>
                    <a:pt x="1372382" y="1937509"/>
                  </a:lnTo>
                  <a:lnTo>
                    <a:pt x="1420215" y="1938299"/>
                  </a:lnTo>
                  <a:lnTo>
                    <a:pt x="1678787" y="19382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33" name="object 9">
              <a:extLst>
                <a:ext uri="{FF2B5EF4-FFF2-40B4-BE49-F238E27FC236}">
                  <a16:creationId xmlns:a16="http://schemas.microsoft.com/office/drawing/2014/main" id="{F3C3875F-137C-9D45-9631-85D990EF970B}"/>
                </a:ext>
              </a:extLst>
            </p:cNvPr>
            <p:cNvSpPr/>
            <p:nvPr/>
          </p:nvSpPr>
          <p:spPr>
            <a:xfrm>
              <a:off x="8264141" y="2630306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59" h="1280160">
                  <a:moveTo>
                    <a:pt x="1200226" y="721461"/>
                  </a:moveTo>
                  <a:lnTo>
                    <a:pt x="1180194" y="763805"/>
                  </a:lnTo>
                  <a:lnTo>
                    <a:pt x="1158143" y="804957"/>
                  </a:lnTo>
                  <a:lnTo>
                    <a:pt x="1134137" y="844852"/>
                  </a:lnTo>
                  <a:lnTo>
                    <a:pt x="1108239" y="883427"/>
                  </a:lnTo>
                  <a:lnTo>
                    <a:pt x="1080514" y="920616"/>
                  </a:lnTo>
                  <a:lnTo>
                    <a:pt x="1051026" y="956357"/>
                  </a:lnTo>
                  <a:lnTo>
                    <a:pt x="1019839" y="990585"/>
                  </a:lnTo>
                  <a:lnTo>
                    <a:pt x="987018" y="1023235"/>
                  </a:lnTo>
                  <a:lnTo>
                    <a:pt x="952626" y="1054244"/>
                  </a:lnTo>
                  <a:lnTo>
                    <a:pt x="916727" y="1083547"/>
                  </a:lnTo>
                  <a:lnTo>
                    <a:pt x="879387" y="1111081"/>
                  </a:lnTo>
                  <a:lnTo>
                    <a:pt x="840668" y="1136780"/>
                  </a:lnTo>
                  <a:lnTo>
                    <a:pt x="800636" y="1160582"/>
                  </a:lnTo>
                  <a:lnTo>
                    <a:pt x="759354" y="1182421"/>
                  </a:lnTo>
                  <a:lnTo>
                    <a:pt x="716886" y="1202233"/>
                  </a:lnTo>
                  <a:lnTo>
                    <a:pt x="673297" y="1219956"/>
                  </a:lnTo>
                  <a:lnTo>
                    <a:pt x="628651" y="1235523"/>
                  </a:lnTo>
                  <a:lnTo>
                    <a:pt x="583011" y="1248871"/>
                  </a:lnTo>
                  <a:lnTo>
                    <a:pt x="536443" y="1259936"/>
                  </a:lnTo>
                  <a:lnTo>
                    <a:pt x="489010" y="1268654"/>
                  </a:lnTo>
                  <a:lnTo>
                    <a:pt x="440776" y="1274961"/>
                  </a:lnTo>
                  <a:lnTo>
                    <a:pt x="391806" y="1278792"/>
                  </a:lnTo>
                  <a:lnTo>
                    <a:pt x="342163" y="1280083"/>
                  </a:lnTo>
                  <a:lnTo>
                    <a:pt x="0" y="1280083"/>
                  </a:lnTo>
                  <a:lnTo>
                    <a:pt x="0" y="937933"/>
                  </a:lnTo>
                  <a:lnTo>
                    <a:pt x="1220" y="889668"/>
                  </a:lnTo>
                  <a:lnTo>
                    <a:pt x="4842" y="842036"/>
                  </a:lnTo>
                  <a:lnTo>
                    <a:pt x="10807" y="795097"/>
                  </a:lnTo>
                  <a:lnTo>
                    <a:pt x="19055" y="748910"/>
                  </a:lnTo>
                  <a:lnTo>
                    <a:pt x="29529" y="703532"/>
                  </a:lnTo>
                  <a:lnTo>
                    <a:pt x="42168" y="659024"/>
                  </a:lnTo>
                  <a:lnTo>
                    <a:pt x="56914" y="615444"/>
                  </a:lnTo>
                  <a:lnTo>
                    <a:pt x="73709" y="572851"/>
                  </a:lnTo>
                  <a:lnTo>
                    <a:pt x="92492" y="531305"/>
                  </a:lnTo>
                  <a:lnTo>
                    <a:pt x="113206" y="490863"/>
                  </a:lnTo>
                  <a:lnTo>
                    <a:pt x="135790" y="451585"/>
                  </a:lnTo>
                  <a:lnTo>
                    <a:pt x="160187" y="413530"/>
                  </a:lnTo>
                  <a:lnTo>
                    <a:pt x="186338" y="376757"/>
                  </a:lnTo>
                  <a:lnTo>
                    <a:pt x="214183" y="341325"/>
                  </a:lnTo>
                  <a:lnTo>
                    <a:pt x="243663" y="307292"/>
                  </a:lnTo>
                  <a:lnTo>
                    <a:pt x="274720" y="274718"/>
                  </a:lnTo>
                  <a:lnTo>
                    <a:pt x="307294" y="243661"/>
                  </a:lnTo>
                  <a:lnTo>
                    <a:pt x="341327" y="214181"/>
                  </a:lnTo>
                  <a:lnTo>
                    <a:pt x="376760" y="186337"/>
                  </a:lnTo>
                  <a:lnTo>
                    <a:pt x="413533" y="160187"/>
                  </a:lnTo>
                  <a:lnTo>
                    <a:pt x="451589" y="135790"/>
                  </a:lnTo>
                  <a:lnTo>
                    <a:pt x="490867" y="113205"/>
                  </a:lnTo>
                  <a:lnTo>
                    <a:pt x="531309" y="92492"/>
                  </a:lnTo>
                  <a:lnTo>
                    <a:pt x="572857" y="73709"/>
                  </a:lnTo>
                  <a:lnTo>
                    <a:pt x="615450" y="56914"/>
                  </a:lnTo>
                  <a:lnTo>
                    <a:pt x="659031" y="42168"/>
                  </a:lnTo>
                  <a:lnTo>
                    <a:pt x="703540" y="29529"/>
                  </a:lnTo>
                  <a:lnTo>
                    <a:pt x="748918" y="19055"/>
                  </a:lnTo>
                  <a:lnTo>
                    <a:pt x="795107" y="10807"/>
                  </a:lnTo>
                  <a:lnTo>
                    <a:pt x="842047" y="4842"/>
                  </a:lnTo>
                  <a:lnTo>
                    <a:pt x="889679" y="1220"/>
                  </a:lnTo>
                  <a:lnTo>
                    <a:pt x="937945" y="0"/>
                  </a:lnTo>
                  <a:lnTo>
                    <a:pt x="1280083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</p:grpSp>
    </p:spTree>
    <p:extLst>
      <p:ext uri="{BB962C8B-B14F-4D97-AF65-F5344CB8AC3E}">
        <p14:creationId xmlns:p14="http://schemas.microsoft.com/office/powerpoint/2010/main" val="30751407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p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7416" y="2202710"/>
            <a:ext cx="2671798" cy="184520"/>
          </a:xfrm>
        </p:spPr>
        <p:txBody>
          <a:bodyPr lIns="0" tIns="0" rIns="0" bIns="0">
            <a:noAutofit/>
          </a:bodyPr>
          <a:lstStyle>
            <a:lvl1pPr>
              <a:defRPr sz="1511">
                <a:solidFill>
                  <a:schemeClr val="bg1"/>
                </a:solidFill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Edit header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7416" y="1787539"/>
            <a:ext cx="2671798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7416" y="2525620"/>
            <a:ext cx="2671798" cy="1983592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 </a:t>
            </a:r>
            <a:r>
              <a:rPr lang="en-GB" dirty="0" err="1"/>
              <a:t>autem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illum</a:t>
            </a:r>
            <a:r>
              <a:rPr lang="en-GB" dirty="0"/>
              <a:t> 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D88A4AD9-6FBE-744D-AF11-44EC87A2935C}"/>
              </a:ext>
            </a:extLst>
          </p:cNvPr>
          <p:cNvSpPr/>
          <p:nvPr userDrawn="1"/>
        </p:nvSpPr>
        <p:spPr>
          <a:xfrm>
            <a:off x="6061891" y="0"/>
            <a:ext cx="0" cy="1704890"/>
          </a:xfrm>
          <a:custGeom>
            <a:avLst/>
            <a:gdLst/>
            <a:ahLst/>
            <a:cxnLst/>
            <a:rect l="l" t="t" r="r" b="b"/>
            <a:pathLst>
              <a:path h="2816225">
                <a:moveTo>
                  <a:pt x="0" y="0"/>
                </a:moveTo>
                <a:lnTo>
                  <a:pt x="0" y="281586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grpSp>
        <p:nvGrpSpPr>
          <p:cNvPr id="16" name="object 4">
            <a:extLst>
              <a:ext uri="{FF2B5EF4-FFF2-40B4-BE49-F238E27FC236}">
                <a16:creationId xmlns:a16="http://schemas.microsoft.com/office/drawing/2014/main" id="{01520A3C-52B7-4040-ACD1-A138C1E26B07}"/>
              </a:ext>
            </a:extLst>
          </p:cNvPr>
          <p:cNvGrpSpPr/>
          <p:nvPr userDrawn="1"/>
        </p:nvGrpSpPr>
        <p:grpSpPr>
          <a:xfrm>
            <a:off x="4752357" y="299280"/>
            <a:ext cx="2886003" cy="2861600"/>
            <a:chOff x="7861190" y="494366"/>
            <a:chExt cx="4773930" cy="472694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8E972E7F-7578-124B-A86B-A121C39EAD67}"/>
                </a:ext>
              </a:extLst>
            </p:cNvPr>
            <p:cNvSpPr/>
            <p:nvPr/>
          </p:nvSpPr>
          <p:spPr>
            <a:xfrm>
              <a:off x="11109761" y="2759658"/>
              <a:ext cx="1520190" cy="1677670"/>
            </a:xfrm>
            <a:custGeom>
              <a:avLst/>
              <a:gdLst/>
              <a:ahLst/>
              <a:cxnLst/>
              <a:rect l="l" t="t" r="r" b="b"/>
              <a:pathLst>
                <a:path w="1520190" h="1677670">
                  <a:moveTo>
                    <a:pt x="106629" y="705020"/>
                  </a:moveTo>
                  <a:lnTo>
                    <a:pt x="155080" y="732544"/>
                  </a:lnTo>
                  <a:lnTo>
                    <a:pt x="202947" y="755726"/>
                  </a:lnTo>
                  <a:lnTo>
                    <a:pt x="250796" y="775573"/>
                  </a:lnTo>
                  <a:lnTo>
                    <a:pt x="299193" y="793091"/>
                  </a:lnTo>
                  <a:lnTo>
                    <a:pt x="348704" y="809286"/>
                  </a:lnTo>
                  <a:lnTo>
                    <a:pt x="399897" y="825162"/>
                  </a:lnTo>
                  <a:lnTo>
                    <a:pt x="436806" y="836553"/>
                  </a:lnTo>
                  <a:lnTo>
                    <a:pt x="474373" y="848434"/>
                  </a:lnTo>
                  <a:lnTo>
                    <a:pt x="512654" y="861113"/>
                  </a:lnTo>
                  <a:lnTo>
                    <a:pt x="551705" y="874893"/>
                  </a:lnTo>
                  <a:lnTo>
                    <a:pt x="591580" y="890081"/>
                  </a:lnTo>
                  <a:lnTo>
                    <a:pt x="632335" y="906983"/>
                  </a:lnTo>
                  <a:lnTo>
                    <a:pt x="674025" y="925903"/>
                  </a:lnTo>
                  <a:lnTo>
                    <a:pt x="716705" y="947147"/>
                  </a:lnTo>
                  <a:lnTo>
                    <a:pt x="760430" y="971021"/>
                  </a:lnTo>
                  <a:lnTo>
                    <a:pt x="805256" y="997830"/>
                  </a:lnTo>
                  <a:lnTo>
                    <a:pt x="851238" y="1027880"/>
                  </a:lnTo>
                  <a:lnTo>
                    <a:pt x="898431" y="1061476"/>
                  </a:lnTo>
                  <a:lnTo>
                    <a:pt x="946890" y="1098923"/>
                  </a:lnTo>
                  <a:lnTo>
                    <a:pt x="996670" y="1140527"/>
                  </a:lnTo>
                  <a:lnTo>
                    <a:pt x="1047827" y="1186594"/>
                  </a:lnTo>
                  <a:lnTo>
                    <a:pt x="1100416" y="1237430"/>
                  </a:lnTo>
                  <a:lnTo>
                    <a:pt x="1143845" y="1282126"/>
                  </a:lnTo>
                  <a:lnTo>
                    <a:pt x="1183799" y="1325782"/>
                  </a:lnTo>
                  <a:lnTo>
                    <a:pt x="1220468" y="1368431"/>
                  </a:lnTo>
                  <a:lnTo>
                    <a:pt x="1254039" y="1410109"/>
                  </a:lnTo>
                  <a:lnTo>
                    <a:pt x="1284703" y="1450849"/>
                  </a:lnTo>
                  <a:lnTo>
                    <a:pt x="1312647" y="1490685"/>
                  </a:lnTo>
                  <a:lnTo>
                    <a:pt x="1338060" y="1529653"/>
                  </a:lnTo>
                  <a:lnTo>
                    <a:pt x="1361130" y="1567787"/>
                  </a:lnTo>
                  <a:lnTo>
                    <a:pt x="1382046" y="1605120"/>
                  </a:lnTo>
                  <a:lnTo>
                    <a:pt x="1400996" y="1641687"/>
                  </a:lnTo>
                  <a:lnTo>
                    <a:pt x="1418170" y="1677523"/>
                  </a:lnTo>
                  <a:lnTo>
                    <a:pt x="1442328" y="1634940"/>
                  </a:lnTo>
                  <a:lnTo>
                    <a:pt x="1463227" y="1591103"/>
                  </a:lnTo>
                  <a:lnTo>
                    <a:pt x="1480868" y="1546192"/>
                  </a:lnTo>
                  <a:lnTo>
                    <a:pt x="1495248" y="1500391"/>
                  </a:lnTo>
                  <a:lnTo>
                    <a:pt x="1506367" y="1453882"/>
                  </a:lnTo>
                  <a:lnTo>
                    <a:pt x="1514223" y="1406847"/>
                  </a:lnTo>
                  <a:lnTo>
                    <a:pt x="1518816" y="1359467"/>
                  </a:lnTo>
                  <a:lnTo>
                    <a:pt x="1520143" y="1311926"/>
                  </a:lnTo>
                  <a:lnTo>
                    <a:pt x="1518204" y="1264406"/>
                  </a:lnTo>
                  <a:lnTo>
                    <a:pt x="1512998" y="1217089"/>
                  </a:lnTo>
                  <a:lnTo>
                    <a:pt x="1504523" y="1170157"/>
                  </a:lnTo>
                  <a:lnTo>
                    <a:pt x="1492778" y="1123793"/>
                  </a:lnTo>
                  <a:lnTo>
                    <a:pt x="1477763" y="1078179"/>
                  </a:lnTo>
                  <a:lnTo>
                    <a:pt x="1459474" y="1033496"/>
                  </a:lnTo>
                  <a:lnTo>
                    <a:pt x="1437913" y="989928"/>
                  </a:lnTo>
                  <a:lnTo>
                    <a:pt x="1413077" y="947657"/>
                  </a:lnTo>
                  <a:lnTo>
                    <a:pt x="1384964" y="906864"/>
                  </a:lnTo>
                  <a:lnTo>
                    <a:pt x="1353575" y="867733"/>
                  </a:lnTo>
                  <a:lnTo>
                    <a:pt x="1318907" y="830445"/>
                  </a:lnTo>
                  <a:lnTo>
                    <a:pt x="690054" y="201592"/>
                  </a:lnTo>
                  <a:lnTo>
                    <a:pt x="651665" y="165973"/>
                  </a:lnTo>
                  <a:lnTo>
                    <a:pt x="611325" y="133813"/>
                  </a:lnTo>
                  <a:lnTo>
                    <a:pt x="569235" y="105111"/>
                  </a:lnTo>
                  <a:lnTo>
                    <a:pt x="525593" y="79867"/>
                  </a:lnTo>
                  <a:lnTo>
                    <a:pt x="480598" y="58082"/>
                  </a:lnTo>
                  <a:lnTo>
                    <a:pt x="434448" y="39756"/>
                  </a:lnTo>
                  <a:lnTo>
                    <a:pt x="387344" y="24887"/>
                  </a:lnTo>
                  <a:lnTo>
                    <a:pt x="339483" y="13478"/>
                  </a:lnTo>
                  <a:lnTo>
                    <a:pt x="291066" y="5527"/>
                  </a:lnTo>
                  <a:lnTo>
                    <a:pt x="242290" y="1034"/>
                  </a:lnTo>
                  <a:lnTo>
                    <a:pt x="193354" y="0"/>
                  </a:lnTo>
                  <a:lnTo>
                    <a:pt x="144459" y="2424"/>
                  </a:lnTo>
                  <a:lnTo>
                    <a:pt x="95802" y="8306"/>
                  </a:lnTo>
                  <a:lnTo>
                    <a:pt x="47582" y="17647"/>
                  </a:lnTo>
                  <a:lnTo>
                    <a:pt x="0" y="30447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9814FF54-0E9E-734D-B938-D55B19B805EB}"/>
                </a:ext>
              </a:extLst>
            </p:cNvPr>
            <p:cNvSpPr/>
            <p:nvPr/>
          </p:nvSpPr>
          <p:spPr>
            <a:xfrm>
              <a:off x="11223969" y="4332930"/>
              <a:ext cx="718185" cy="433070"/>
            </a:xfrm>
            <a:custGeom>
              <a:avLst/>
              <a:gdLst/>
              <a:ahLst/>
              <a:cxnLst/>
              <a:rect l="l" t="t" r="r" b="b"/>
              <a:pathLst>
                <a:path w="718184" h="433070">
                  <a:moveTo>
                    <a:pt x="0" y="0"/>
                  </a:moveTo>
                  <a:lnTo>
                    <a:pt x="230949" y="230949"/>
                  </a:lnTo>
                  <a:lnTo>
                    <a:pt x="268619" y="265948"/>
                  </a:lnTo>
                  <a:lnTo>
                    <a:pt x="308173" y="297613"/>
                  </a:lnTo>
                  <a:lnTo>
                    <a:pt x="349420" y="325945"/>
                  </a:lnTo>
                  <a:lnTo>
                    <a:pt x="392175" y="350943"/>
                  </a:lnTo>
                  <a:lnTo>
                    <a:pt x="436247" y="372608"/>
                  </a:lnTo>
                  <a:lnTo>
                    <a:pt x="481449" y="390939"/>
                  </a:lnTo>
                  <a:lnTo>
                    <a:pt x="527593" y="405937"/>
                  </a:lnTo>
                  <a:lnTo>
                    <a:pt x="574490" y="417602"/>
                  </a:lnTo>
                  <a:lnTo>
                    <a:pt x="621951" y="425934"/>
                  </a:lnTo>
                  <a:lnTo>
                    <a:pt x="669790" y="430933"/>
                  </a:lnTo>
                  <a:lnTo>
                    <a:pt x="717816" y="43260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ADD81611-0F3D-7142-AA65-30E4938BC0C0}"/>
                </a:ext>
              </a:extLst>
            </p:cNvPr>
            <p:cNvSpPr/>
            <p:nvPr/>
          </p:nvSpPr>
          <p:spPr>
            <a:xfrm>
              <a:off x="11216398" y="3668016"/>
              <a:ext cx="1176655" cy="921385"/>
            </a:xfrm>
            <a:custGeom>
              <a:avLst/>
              <a:gdLst/>
              <a:ahLst/>
              <a:cxnLst/>
              <a:rect l="l" t="t" r="r" b="b"/>
              <a:pathLst>
                <a:path w="1176654" h="921385">
                  <a:moveTo>
                    <a:pt x="1176032" y="921219"/>
                  </a:moveTo>
                  <a:lnTo>
                    <a:pt x="1160535" y="883726"/>
                  </a:lnTo>
                  <a:lnTo>
                    <a:pt x="1143194" y="845383"/>
                  </a:lnTo>
                  <a:lnTo>
                    <a:pt x="1123730" y="806142"/>
                  </a:lnTo>
                  <a:lnTo>
                    <a:pt x="1101861" y="765956"/>
                  </a:lnTo>
                  <a:lnTo>
                    <a:pt x="1077308" y="724776"/>
                  </a:lnTo>
                  <a:lnTo>
                    <a:pt x="1049791" y="682554"/>
                  </a:lnTo>
                  <a:lnTo>
                    <a:pt x="1019029" y="639242"/>
                  </a:lnTo>
                  <a:lnTo>
                    <a:pt x="984743" y="594791"/>
                  </a:lnTo>
                  <a:lnTo>
                    <a:pt x="946652" y="549154"/>
                  </a:lnTo>
                  <a:lnTo>
                    <a:pt x="904476" y="502282"/>
                  </a:lnTo>
                  <a:lnTo>
                    <a:pt x="857935" y="454126"/>
                  </a:lnTo>
                  <a:lnTo>
                    <a:pt x="806718" y="404740"/>
                  </a:lnTo>
                  <a:lnTo>
                    <a:pt x="756948" y="360277"/>
                  </a:lnTo>
                  <a:lnTo>
                    <a:pt x="708568" y="320401"/>
                  </a:lnTo>
                  <a:lnTo>
                    <a:pt x="661521" y="284774"/>
                  </a:lnTo>
                  <a:lnTo>
                    <a:pt x="615748" y="253057"/>
                  </a:lnTo>
                  <a:lnTo>
                    <a:pt x="571192" y="224913"/>
                  </a:lnTo>
                  <a:lnTo>
                    <a:pt x="527794" y="200006"/>
                  </a:lnTo>
                  <a:lnTo>
                    <a:pt x="485498" y="177996"/>
                  </a:lnTo>
                  <a:lnTo>
                    <a:pt x="444244" y="158546"/>
                  </a:lnTo>
                  <a:lnTo>
                    <a:pt x="403976" y="141319"/>
                  </a:lnTo>
                  <a:lnTo>
                    <a:pt x="364636" y="125978"/>
                  </a:lnTo>
                  <a:lnTo>
                    <a:pt x="326165" y="112183"/>
                  </a:lnTo>
                  <a:lnTo>
                    <a:pt x="288505" y="99598"/>
                  </a:lnTo>
                  <a:lnTo>
                    <a:pt x="251600" y="87886"/>
                  </a:lnTo>
                  <a:lnTo>
                    <a:pt x="215391" y="76707"/>
                  </a:lnTo>
                  <a:lnTo>
                    <a:pt x="172281" y="63364"/>
                  </a:lnTo>
                  <a:lnTo>
                    <a:pt x="129383" y="49584"/>
                  </a:lnTo>
                  <a:lnTo>
                    <a:pt x="86501" y="34804"/>
                  </a:lnTo>
                  <a:lnTo>
                    <a:pt x="43439" y="18463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20" name="object 8">
              <a:extLst>
                <a:ext uri="{FF2B5EF4-FFF2-40B4-BE49-F238E27FC236}">
                  <a16:creationId xmlns:a16="http://schemas.microsoft.com/office/drawing/2014/main" id="{AF4AF6AE-B4D0-B843-8C35-BEB33F12CD96}"/>
                </a:ext>
              </a:extLst>
            </p:cNvPr>
            <p:cNvSpPr/>
            <p:nvPr/>
          </p:nvSpPr>
          <p:spPr>
            <a:xfrm>
              <a:off x="10205116" y="2333504"/>
              <a:ext cx="1011555" cy="2858135"/>
            </a:xfrm>
            <a:custGeom>
              <a:avLst/>
              <a:gdLst/>
              <a:ahLst/>
              <a:cxnLst/>
              <a:rect l="l" t="t" r="r" b="b"/>
              <a:pathLst>
                <a:path w="1011554" h="2858135">
                  <a:moveTo>
                    <a:pt x="0" y="482358"/>
                  </a:moveTo>
                  <a:lnTo>
                    <a:pt x="1096" y="547152"/>
                  </a:lnTo>
                  <a:lnTo>
                    <a:pt x="4314" y="607602"/>
                  </a:lnTo>
                  <a:lnTo>
                    <a:pt x="9544" y="664097"/>
                  </a:lnTo>
                  <a:lnTo>
                    <a:pt x="16677" y="717029"/>
                  </a:lnTo>
                  <a:lnTo>
                    <a:pt x="25603" y="766786"/>
                  </a:lnTo>
                  <a:lnTo>
                    <a:pt x="36213" y="813760"/>
                  </a:lnTo>
                  <a:lnTo>
                    <a:pt x="48400" y="858341"/>
                  </a:lnTo>
                  <a:lnTo>
                    <a:pt x="62052" y="900918"/>
                  </a:lnTo>
                  <a:lnTo>
                    <a:pt x="77061" y="941884"/>
                  </a:lnTo>
                  <a:lnTo>
                    <a:pt x="93319" y="981626"/>
                  </a:lnTo>
                  <a:lnTo>
                    <a:pt x="110716" y="1020537"/>
                  </a:lnTo>
                  <a:lnTo>
                    <a:pt x="129142" y="1059006"/>
                  </a:lnTo>
                  <a:lnTo>
                    <a:pt x="148489" y="1097423"/>
                  </a:lnTo>
                  <a:lnTo>
                    <a:pt x="168648" y="1136179"/>
                  </a:lnTo>
                  <a:lnTo>
                    <a:pt x="189509" y="1175664"/>
                  </a:lnTo>
                  <a:lnTo>
                    <a:pt x="206972" y="1208678"/>
                  </a:lnTo>
                  <a:lnTo>
                    <a:pt x="224553" y="1242248"/>
                  </a:lnTo>
                  <a:lnTo>
                    <a:pt x="242154" y="1276518"/>
                  </a:lnTo>
                  <a:lnTo>
                    <a:pt x="259675" y="1311630"/>
                  </a:lnTo>
                  <a:lnTo>
                    <a:pt x="277016" y="1347729"/>
                  </a:lnTo>
                  <a:lnTo>
                    <a:pt x="294078" y="1384957"/>
                  </a:lnTo>
                  <a:lnTo>
                    <a:pt x="310761" y="1423459"/>
                  </a:lnTo>
                  <a:lnTo>
                    <a:pt x="326965" y="1463377"/>
                  </a:lnTo>
                  <a:lnTo>
                    <a:pt x="342591" y="1504855"/>
                  </a:lnTo>
                  <a:lnTo>
                    <a:pt x="357539" y="1548037"/>
                  </a:lnTo>
                  <a:lnTo>
                    <a:pt x="371710" y="1593066"/>
                  </a:lnTo>
                  <a:lnTo>
                    <a:pt x="385004" y="1640085"/>
                  </a:lnTo>
                  <a:lnTo>
                    <a:pt x="397321" y="1689238"/>
                  </a:lnTo>
                  <a:lnTo>
                    <a:pt x="408562" y="1740669"/>
                  </a:lnTo>
                  <a:lnTo>
                    <a:pt x="418628" y="1794520"/>
                  </a:lnTo>
                  <a:lnTo>
                    <a:pt x="427418" y="1850936"/>
                  </a:lnTo>
                  <a:lnTo>
                    <a:pt x="434833" y="1910060"/>
                  </a:lnTo>
                  <a:lnTo>
                    <a:pt x="440774" y="1972034"/>
                  </a:lnTo>
                  <a:lnTo>
                    <a:pt x="445141" y="2037004"/>
                  </a:lnTo>
                  <a:lnTo>
                    <a:pt x="447834" y="2105111"/>
                  </a:lnTo>
                  <a:lnTo>
                    <a:pt x="448754" y="2176500"/>
                  </a:lnTo>
                  <a:lnTo>
                    <a:pt x="448047" y="2239127"/>
                  </a:lnTo>
                  <a:lnTo>
                    <a:pt x="445971" y="2299220"/>
                  </a:lnTo>
                  <a:lnTo>
                    <a:pt x="442592" y="2356877"/>
                  </a:lnTo>
                  <a:lnTo>
                    <a:pt x="437979" y="2412194"/>
                  </a:lnTo>
                  <a:lnTo>
                    <a:pt x="432198" y="2465269"/>
                  </a:lnTo>
                  <a:lnTo>
                    <a:pt x="425317" y="2516200"/>
                  </a:lnTo>
                  <a:lnTo>
                    <a:pt x="417402" y="2565084"/>
                  </a:lnTo>
                  <a:lnTo>
                    <a:pt x="408522" y="2612017"/>
                  </a:lnTo>
                  <a:lnTo>
                    <a:pt x="398743" y="2657098"/>
                  </a:lnTo>
                  <a:lnTo>
                    <a:pt x="388133" y="2700424"/>
                  </a:lnTo>
                  <a:lnTo>
                    <a:pt x="376758" y="2742092"/>
                  </a:lnTo>
                  <a:lnTo>
                    <a:pt x="364687" y="2782199"/>
                  </a:lnTo>
                  <a:lnTo>
                    <a:pt x="351985" y="2820844"/>
                  </a:lnTo>
                  <a:lnTo>
                    <a:pt x="338721" y="2858122"/>
                  </a:lnTo>
                  <a:lnTo>
                    <a:pt x="384499" y="2845902"/>
                  </a:lnTo>
                  <a:lnTo>
                    <a:pt x="429259" y="2831315"/>
                  </a:lnTo>
                  <a:lnTo>
                    <a:pt x="472930" y="2814433"/>
                  </a:lnTo>
                  <a:lnTo>
                    <a:pt x="515438" y="2795327"/>
                  </a:lnTo>
                  <a:lnTo>
                    <a:pt x="556711" y="2774069"/>
                  </a:lnTo>
                  <a:lnTo>
                    <a:pt x="596677" y="2750730"/>
                  </a:lnTo>
                  <a:lnTo>
                    <a:pt x="635263" y="2725381"/>
                  </a:lnTo>
                  <a:lnTo>
                    <a:pt x="672397" y="2698094"/>
                  </a:lnTo>
                  <a:lnTo>
                    <a:pt x="708006" y="2668941"/>
                  </a:lnTo>
                  <a:lnTo>
                    <a:pt x="742019" y="2637992"/>
                  </a:lnTo>
                  <a:lnTo>
                    <a:pt x="774362" y="2605321"/>
                  </a:lnTo>
                  <a:lnTo>
                    <a:pt x="804963" y="2570997"/>
                  </a:lnTo>
                  <a:lnTo>
                    <a:pt x="833750" y="2535092"/>
                  </a:lnTo>
                  <a:lnTo>
                    <a:pt x="860650" y="2497679"/>
                  </a:lnTo>
                  <a:lnTo>
                    <a:pt x="885591" y="2458828"/>
                  </a:lnTo>
                  <a:lnTo>
                    <a:pt x="908500" y="2418611"/>
                  </a:lnTo>
                  <a:lnTo>
                    <a:pt x="929306" y="2377099"/>
                  </a:lnTo>
                  <a:lnTo>
                    <a:pt x="947935" y="2334365"/>
                  </a:lnTo>
                  <a:lnTo>
                    <a:pt x="964315" y="2290478"/>
                  </a:lnTo>
                  <a:lnTo>
                    <a:pt x="978374" y="2245512"/>
                  </a:lnTo>
                  <a:lnTo>
                    <a:pt x="990039" y="2199537"/>
                  </a:lnTo>
                  <a:lnTo>
                    <a:pt x="999238" y="2152625"/>
                  </a:lnTo>
                  <a:lnTo>
                    <a:pt x="1005898" y="2104847"/>
                  </a:lnTo>
                  <a:lnTo>
                    <a:pt x="1009947" y="2056275"/>
                  </a:lnTo>
                  <a:lnTo>
                    <a:pt x="1011313" y="2006981"/>
                  </a:lnTo>
                  <a:lnTo>
                    <a:pt x="1011313" y="875791"/>
                  </a:lnTo>
                  <a:lnTo>
                    <a:pt x="1010017" y="827740"/>
                  </a:lnTo>
                  <a:lnTo>
                    <a:pt x="1006174" y="780365"/>
                  </a:lnTo>
                  <a:lnTo>
                    <a:pt x="999850" y="733735"/>
                  </a:lnTo>
                  <a:lnTo>
                    <a:pt x="991113" y="687915"/>
                  </a:lnTo>
                  <a:lnTo>
                    <a:pt x="980029" y="642973"/>
                  </a:lnTo>
                  <a:lnTo>
                    <a:pt x="966664" y="598975"/>
                  </a:lnTo>
                  <a:lnTo>
                    <a:pt x="951086" y="555988"/>
                  </a:lnTo>
                  <a:lnTo>
                    <a:pt x="933362" y="514079"/>
                  </a:lnTo>
                  <a:lnTo>
                    <a:pt x="913557" y="473315"/>
                  </a:lnTo>
                  <a:lnTo>
                    <a:pt x="891740" y="433763"/>
                  </a:lnTo>
                  <a:lnTo>
                    <a:pt x="867976" y="395489"/>
                  </a:lnTo>
                  <a:lnTo>
                    <a:pt x="842333" y="358560"/>
                  </a:lnTo>
                  <a:lnTo>
                    <a:pt x="814878" y="323042"/>
                  </a:lnTo>
                  <a:lnTo>
                    <a:pt x="785676" y="289004"/>
                  </a:lnTo>
                  <a:lnTo>
                    <a:pt x="754795" y="256511"/>
                  </a:lnTo>
                  <a:lnTo>
                    <a:pt x="722302" y="225630"/>
                  </a:lnTo>
                  <a:lnTo>
                    <a:pt x="688264" y="196429"/>
                  </a:lnTo>
                  <a:lnTo>
                    <a:pt x="652747" y="168973"/>
                  </a:lnTo>
                  <a:lnTo>
                    <a:pt x="615818" y="143330"/>
                  </a:lnTo>
                  <a:lnTo>
                    <a:pt x="577543" y="119567"/>
                  </a:lnTo>
                  <a:lnTo>
                    <a:pt x="537991" y="97750"/>
                  </a:lnTo>
                  <a:lnTo>
                    <a:pt x="497226" y="77945"/>
                  </a:lnTo>
                  <a:lnTo>
                    <a:pt x="455317" y="60221"/>
                  </a:lnTo>
                  <a:lnTo>
                    <a:pt x="412330" y="44644"/>
                  </a:lnTo>
                  <a:lnTo>
                    <a:pt x="368332" y="31280"/>
                  </a:lnTo>
                  <a:lnTo>
                    <a:pt x="323389" y="20196"/>
                  </a:lnTo>
                  <a:lnTo>
                    <a:pt x="277568" y="11459"/>
                  </a:lnTo>
                  <a:lnTo>
                    <a:pt x="230937" y="5136"/>
                  </a:lnTo>
                  <a:lnTo>
                    <a:pt x="183561" y="1294"/>
                  </a:lnTo>
                  <a:lnTo>
                    <a:pt x="135509" y="0"/>
                  </a:lnTo>
                  <a:lnTo>
                    <a:pt x="122841" y="262"/>
                  </a:lnTo>
                  <a:lnTo>
                    <a:pt x="110272" y="912"/>
                  </a:lnTo>
                  <a:lnTo>
                    <a:pt x="97748" y="1741"/>
                  </a:lnTo>
                  <a:lnTo>
                    <a:pt x="85217" y="2539"/>
                  </a:lnTo>
                  <a:lnTo>
                    <a:pt x="70298" y="40825"/>
                  </a:lnTo>
                  <a:lnTo>
                    <a:pt x="56549" y="80368"/>
                  </a:lnTo>
                  <a:lnTo>
                    <a:pt x="44065" y="121505"/>
                  </a:lnTo>
                  <a:lnTo>
                    <a:pt x="32940" y="164572"/>
                  </a:lnTo>
                  <a:lnTo>
                    <a:pt x="23267" y="209907"/>
                  </a:lnTo>
                  <a:lnTo>
                    <a:pt x="15142" y="257845"/>
                  </a:lnTo>
                  <a:lnTo>
                    <a:pt x="8659" y="308722"/>
                  </a:lnTo>
                  <a:lnTo>
                    <a:pt x="3911" y="362876"/>
                  </a:lnTo>
                  <a:lnTo>
                    <a:pt x="993" y="420643"/>
                  </a:lnTo>
                  <a:lnTo>
                    <a:pt x="0" y="48235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21" name="object 9">
              <a:extLst>
                <a:ext uri="{FF2B5EF4-FFF2-40B4-BE49-F238E27FC236}">
                  <a16:creationId xmlns:a16="http://schemas.microsoft.com/office/drawing/2014/main" id="{4E5BED48-3A32-F345-8ED9-160956EBBF7C}"/>
                </a:ext>
              </a:extLst>
            </p:cNvPr>
            <p:cNvSpPr/>
            <p:nvPr/>
          </p:nvSpPr>
          <p:spPr>
            <a:xfrm>
              <a:off x="7865953" y="499129"/>
              <a:ext cx="2610485" cy="4717415"/>
            </a:xfrm>
            <a:custGeom>
              <a:avLst/>
              <a:gdLst/>
              <a:ahLst/>
              <a:cxnLst/>
              <a:rect l="l" t="t" r="r" b="b"/>
              <a:pathLst>
                <a:path w="2610484" h="4717415">
                  <a:moveTo>
                    <a:pt x="2161425" y="2316733"/>
                  </a:moveTo>
                  <a:lnTo>
                    <a:pt x="2162598" y="2385775"/>
                  </a:lnTo>
                  <a:lnTo>
                    <a:pt x="2166022" y="2450727"/>
                  </a:lnTo>
                  <a:lnTo>
                    <a:pt x="2171557" y="2511880"/>
                  </a:lnTo>
                  <a:lnTo>
                    <a:pt x="2179063" y="2569526"/>
                  </a:lnTo>
                  <a:lnTo>
                    <a:pt x="2188399" y="2623955"/>
                  </a:lnTo>
                  <a:lnTo>
                    <a:pt x="2199425" y="2675458"/>
                  </a:lnTo>
                  <a:lnTo>
                    <a:pt x="2212000" y="2724326"/>
                  </a:lnTo>
                  <a:lnTo>
                    <a:pt x="2225984" y="2770849"/>
                  </a:lnTo>
                  <a:lnTo>
                    <a:pt x="2241237" y="2815319"/>
                  </a:lnTo>
                  <a:lnTo>
                    <a:pt x="2257617" y="2858025"/>
                  </a:lnTo>
                  <a:lnTo>
                    <a:pt x="2274985" y="2899260"/>
                  </a:lnTo>
                  <a:lnTo>
                    <a:pt x="2293201" y="2939313"/>
                  </a:lnTo>
                  <a:lnTo>
                    <a:pt x="2312123" y="2978476"/>
                  </a:lnTo>
                  <a:lnTo>
                    <a:pt x="2331611" y="3017039"/>
                  </a:lnTo>
                  <a:lnTo>
                    <a:pt x="2351525" y="3055293"/>
                  </a:lnTo>
                  <a:lnTo>
                    <a:pt x="2371725" y="3093529"/>
                  </a:lnTo>
                  <a:lnTo>
                    <a:pt x="2389476" y="3127094"/>
                  </a:lnTo>
                  <a:lnTo>
                    <a:pt x="2407351" y="3161302"/>
                  </a:lnTo>
                  <a:lnTo>
                    <a:pt x="2425226" y="3196329"/>
                  </a:lnTo>
                  <a:lnTo>
                    <a:pt x="2442978" y="3232350"/>
                  </a:lnTo>
                  <a:lnTo>
                    <a:pt x="2460481" y="3269539"/>
                  </a:lnTo>
                  <a:lnTo>
                    <a:pt x="2477613" y="3308072"/>
                  </a:lnTo>
                  <a:lnTo>
                    <a:pt x="2494250" y="3348123"/>
                  </a:lnTo>
                  <a:lnTo>
                    <a:pt x="2510267" y="3389867"/>
                  </a:lnTo>
                  <a:lnTo>
                    <a:pt x="2525541" y="3433481"/>
                  </a:lnTo>
                  <a:lnTo>
                    <a:pt x="2539948" y="3479137"/>
                  </a:lnTo>
                  <a:lnTo>
                    <a:pt x="2553364" y="3527012"/>
                  </a:lnTo>
                  <a:lnTo>
                    <a:pt x="2565666" y="3577281"/>
                  </a:lnTo>
                  <a:lnTo>
                    <a:pt x="2576729" y="3630118"/>
                  </a:lnTo>
                  <a:lnTo>
                    <a:pt x="2586431" y="3685698"/>
                  </a:lnTo>
                  <a:lnTo>
                    <a:pt x="2594645" y="3744197"/>
                  </a:lnTo>
                  <a:lnTo>
                    <a:pt x="2601250" y="3805789"/>
                  </a:lnTo>
                  <a:lnTo>
                    <a:pt x="2606121" y="3870649"/>
                  </a:lnTo>
                  <a:lnTo>
                    <a:pt x="2609135" y="3938953"/>
                  </a:lnTo>
                  <a:lnTo>
                    <a:pt x="2610167" y="4010875"/>
                  </a:lnTo>
                  <a:lnTo>
                    <a:pt x="2609264" y="4078231"/>
                  </a:lnTo>
                  <a:lnTo>
                    <a:pt x="2606623" y="4142412"/>
                  </a:lnTo>
                  <a:lnTo>
                    <a:pt x="2602345" y="4203561"/>
                  </a:lnTo>
                  <a:lnTo>
                    <a:pt x="2596531" y="4261822"/>
                  </a:lnTo>
                  <a:lnTo>
                    <a:pt x="2589282" y="4317337"/>
                  </a:lnTo>
                  <a:lnTo>
                    <a:pt x="2580700" y="4370251"/>
                  </a:lnTo>
                  <a:lnTo>
                    <a:pt x="2570884" y="4420706"/>
                  </a:lnTo>
                  <a:lnTo>
                    <a:pt x="2559938" y="4468846"/>
                  </a:lnTo>
                  <a:lnTo>
                    <a:pt x="2547960" y="4514813"/>
                  </a:lnTo>
                  <a:lnTo>
                    <a:pt x="2535054" y="4558752"/>
                  </a:lnTo>
                  <a:lnTo>
                    <a:pt x="2521319" y="4600805"/>
                  </a:lnTo>
                  <a:lnTo>
                    <a:pt x="2506857" y="4641116"/>
                  </a:lnTo>
                  <a:lnTo>
                    <a:pt x="2491769" y="4679828"/>
                  </a:lnTo>
                  <a:lnTo>
                    <a:pt x="2476157" y="4717084"/>
                  </a:lnTo>
                  <a:lnTo>
                    <a:pt x="2474671" y="4717160"/>
                  </a:lnTo>
                  <a:lnTo>
                    <a:pt x="2426618" y="4715865"/>
                  </a:lnTo>
                  <a:lnTo>
                    <a:pt x="2379242" y="4712021"/>
                  </a:lnTo>
                  <a:lnTo>
                    <a:pt x="2332611" y="4705697"/>
                  </a:lnTo>
                  <a:lnTo>
                    <a:pt x="2286790" y="4696960"/>
                  </a:lnTo>
                  <a:lnTo>
                    <a:pt x="2241848" y="4685875"/>
                  </a:lnTo>
                  <a:lnTo>
                    <a:pt x="2197849" y="4672510"/>
                  </a:lnTo>
                  <a:lnTo>
                    <a:pt x="2154862" y="4656932"/>
                  </a:lnTo>
                  <a:lnTo>
                    <a:pt x="2112953" y="4639207"/>
                  </a:lnTo>
                  <a:lnTo>
                    <a:pt x="2072189" y="4619402"/>
                  </a:lnTo>
                  <a:lnTo>
                    <a:pt x="2032636" y="4597584"/>
                  </a:lnTo>
                  <a:lnTo>
                    <a:pt x="1994362" y="4573820"/>
                  </a:lnTo>
                  <a:lnTo>
                    <a:pt x="1957432" y="4548177"/>
                  </a:lnTo>
                  <a:lnTo>
                    <a:pt x="1921915" y="4520721"/>
                  </a:lnTo>
                  <a:lnTo>
                    <a:pt x="1887877" y="4491519"/>
                  </a:lnTo>
                  <a:lnTo>
                    <a:pt x="1855384" y="4460638"/>
                  </a:lnTo>
                  <a:lnTo>
                    <a:pt x="1824503" y="4428145"/>
                  </a:lnTo>
                  <a:lnTo>
                    <a:pt x="1795302" y="4394106"/>
                  </a:lnTo>
                  <a:lnTo>
                    <a:pt x="1767846" y="4358589"/>
                  </a:lnTo>
                  <a:lnTo>
                    <a:pt x="1742203" y="4321659"/>
                  </a:lnTo>
                  <a:lnTo>
                    <a:pt x="1718439" y="4283385"/>
                  </a:lnTo>
                  <a:lnTo>
                    <a:pt x="1696622" y="4243832"/>
                  </a:lnTo>
                  <a:lnTo>
                    <a:pt x="1676818" y="4203068"/>
                  </a:lnTo>
                  <a:lnTo>
                    <a:pt x="1659093" y="4161159"/>
                  </a:lnTo>
                  <a:lnTo>
                    <a:pt x="1643515" y="4118172"/>
                  </a:lnTo>
                  <a:lnTo>
                    <a:pt x="1630151" y="4074174"/>
                  </a:lnTo>
                  <a:lnTo>
                    <a:pt x="1619066" y="4029232"/>
                  </a:lnTo>
                  <a:lnTo>
                    <a:pt x="1610329" y="3983412"/>
                  </a:lnTo>
                  <a:lnTo>
                    <a:pt x="1604005" y="3936782"/>
                  </a:lnTo>
                  <a:lnTo>
                    <a:pt x="1600162" y="3889407"/>
                  </a:lnTo>
                  <a:lnTo>
                    <a:pt x="1598866" y="3841356"/>
                  </a:lnTo>
                  <a:lnTo>
                    <a:pt x="1598866" y="2710167"/>
                  </a:lnTo>
                  <a:lnTo>
                    <a:pt x="1600409" y="2657759"/>
                  </a:lnTo>
                  <a:lnTo>
                    <a:pt x="1604981" y="2606170"/>
                  </a:lnTo>
                  <a:lnTo>
                    <a:pt x="1612495" y="2555484"/>
                  </a:lnTo>
                  <a:lnTo>
                    <a:pt x="1622863" y="2505789"/>
                  </a:lnTo>
                  <a:lnTo>
                    <a:pt x="1635999" y="2457172"/>
                  </a:lnTo>
                  <a:lnTo>
                    <a:pt x="1651815" y="2409718"/>
                  </a:lnTo>
                  <a:lnTo>
                    <a:pt x="1670226" y="2363514"/>
                  </a:lnTo>
                  <a:lnTo>
                    <a:pt x="1691143" y="2318646"/>
                  </a:lnTo>
                  <a:lnTo>
                    <a:pt x="1714479" y="2275202"/>
                  </a:lnTo>
                  <a:lnTo>
                    <a:pt x="1740149" y="2233267"/>
                  </a:lnTo>
                  <a:lnTo>
                    <a:pt x="1768065" y="2192928"/>
                  </a:lnTo>
                  <a:lnTo>
                    <a:pt x="1798139" y="2154271"/>
                  </a:lnTo>
                  <a:lnTo>
                    <a:pt x="1830285" y="2117382"/>
                  </a:lnTo>
                  <a:lnTo>
                    <a:pt x="1864417" y="2082349"/>
                  </a:lnTo>
                  <a:lnTo>
                    <a:pt x="1900446" y="2049258"/>
                  </a:lnTo>
                  <a:lnTo>
                    <a:pt x="1938286" y="2018195"/>
                  </a:lnTo>
                  <a:lnTo>
                    <a:pt x="1938299" y="1420215"/>
                  </a:lnTo>
                  <a:lnTo>
                    <a:pt x="1937509" y="1372382"/>
                  </a:lnTo>
                  <a:lnTo>
                    <a:pt x="1935154" y="1324946"/>
                  </a:lnTo>
                  <a:lnTo>
                    <a:pt x="1931260" y="1277930"/>
                  </a:lnTo>
                  <a:lnTo>
                    <a:pt x="1925852" y="1231360"/>
                  </a:lnTo>
                  <a:lnTo>
                    <a:pt x="1918955" y="1185260"/>
                  </a:lnTo>
                  <a:lnTo>
                    <a:pt x="1910592" y="1139656"/>
                  </a:lnTo>
                  <a:lnTo>
                    <a:pt x="1900790" y="1094572"/>
                  </a:lnTo>
                  <a:lnTo>
                    <a:pt x="1889573" y="1050033"/>
                  </a:lnTo>
                  <a:lnTo>
                    <a:pt x="1876966" y="1006065"/>
                  </a:lnTo>
                  <a:lnTo>
                    <a:pt x="1862993" y="962691"/>
                  </a:lnTo>
                  <a:lnTo>
                    <a:pt x="1847680" y="919936"/>
                  </a:lnTo>
                  <a:lnTo>
                    <a:pt x="1831051" y="877826"/>
                  </a:lnTo>
                  <a:lnTo>
                    <a:pt x="1813132" y="836386"/>
                  </a:lnTo>
                  <a:lnTo>
                    <a:pt x="1793947" y="795640"/>
                  </a:lnTo>
                  <a:lnTo>
                    <a:pt x="1773521" y="755613"/>
                  </a:lnTo>
                  <a:lnTo>
                    <a:pt x="1751879" y="716329"/>
                  </a:lnTo>
                  <a:lnTo>
                    <a:pt x="1729045" y="677815"/>
                  </a:lnTo>
                  <a:lnTo>
                    <a:pt x="1705045" y="640094"/>
                  </a:lnTo>
                  <a:lnTo>
                    <a:pt x="1679903" y="603192"/>
                  </a:lnTo>
                  <a:lnTo>
                    <a:pt x="1653645" y="567133"/>
                  </a:lnTo>
                  <a:lnTo>
                    <a:pt x="1626295" y="531942"/>
                  </a:lnTo>
                  <a:lnTo>
                    <a:pt x="1597878" y="497644"/>
                  </a:lnTo>
                  <a:lnTo>
                    <a:pt x="1568418" y="464265"/>
                  </a:lnTo>
                  <a:lnTo>
                    <a:pt x="1537942" y="431828"/>
                  </a:lnTo>
                  <a:lnTo>
                    <a:pt x="1506472" y="400358"/>
                  </a:lnTo>
                  <a:lnTo>
                    <a:pt x="1474036" y="369881"/>
                  </a:lnTo>
                  <a:lnTo>
                    <a:pt x="1440656" y="340422"/>
                  </a:lnTo>
                  <a:lnTo>
                    <a:pt x="1406359" y="312005"/>
                  </a:lnTo>
                  <a:lnTo>
                    <a:pt x="1371168" y="284654"/>
                  </a:lnTo>
                  <a:lnTo>
                    <a:pt x="1335110" y="258396"/>
                  </a:lnTo>
                  <a:lnTo>
                    <a:pt x="1298208" y="233254"/>
                  </a:lnTo>
                  <a:lnTo>
                    <a:pt x="1260487" y="209254"/>
                  </a:lnTo>
                  <a:lnTo>
                    <a:pt x="1221973" y="186420"/>
                  </a:lnTo>
                  <a:lnTo>
                    <a:pt x="1182690" y="164778"/>
                  </a:lnTo>
                  <a:lnTo>
                    <a:pt x="1142663" y="144352"/>
                  </a:lnTo>
                  <a:lnTo>
                    <a:pt x="1101918" y="125166"/>
                  </a:lnTo>
                  <a:lnTo>
                    <a:pt x="1060477" y="107247"/>
                  </a:lnTo>
                  <a:lnTo>
                    <a:pt x="1018368" y="90618"/>
                  </a:lnTo>
                  <a:lnTo>
                    <a:pt x="975614" y="75305"/>
                  </a:lnTo>
                  <a:lnTo>
                    <a:pt x="932241" y="61333"/>
                  </a:lnTo>
                  <a:lnTo>
                    <a:pt x="888272" y="48726"/>
                  </a:lnTo>
                  <a:lnTo>
                    <a:pt x="843734" y="37508"/>
                  </a:lnTo>
                  <a:lnTo>
                    <a:pt x="798651" y="27706"/>
                  </a:lnTo>
                  <a:lnTo>
                    <a:pt x="753047" y="19344"/>
                  </a:lnTo>
                  <a:lnTo>
                    <a:pt x="706948" y="12446"/>
                  </a:lnTo>
                  <a:lnTo>
                    <a:pt x="660379" y="7038"/>
                  </a:lnTo>
                  <a:lnTo>
                    <a:pt x="613364" y="3144"/>
                  </a:lnTo>
                  <a:lnTo>
                    <a:pt x="565928" y="790"/>
                  </a:lnTo>
                  <a:lnTo>
                    <a:pt x="518096" y="0"/>
                  </a:lnTo>
                  <a:lnTo>
                    <a:pt x="0" y="0"/>
                  </a:lnTo>
                  <a:lnTo>
                    <a:pt x="0" y="518083"/>
                  </a:lnTo>
                  <a:lnTo>
                    <a:pt x="790" y="565916"/>
                  </a:lnTo>
                  <a:lnTo>
                    <a:pt x="3144" y="613353"/>
                  </a:lnTo>
                  <a:lnTo>
                    <a:pt x="7038" y="660368"/>
                  </a:lnTo>
                  <a:lnTo>
                    <a:pt x="12446" y="706938"/>
                  </a:lnTo>
                  <a:lnTo>
                    <a:pt x="19344" y="753038"/>
                  </a:lnTo>
                  <a:lnTo>
                    <a:pt x="27706" y="798642"/>
                  </a:lnTo>
                  <a:lnTo>
                    <a:pt x="37508" y="843726"/>
                  </a:lnTo>
                  <a:lnTo>
                    <a:pt x="48726" y="888265"/>
                  </a:lnTo>
                  <a:lnTo>
                    <a:pt x="61333" y="932234"/>
                  </a:lnTo>
                  <a:lnTo>
                    <a:pt x="75305" y="975608"/>
                  </a:lnTo>
                  <a:lnTo>
                    <a:pt x="90618" y="1018362"/>
                  </a:lnTo>
                  <a:lnTo>
                    <a:pt x="107247" y="1060472"/>
                  </a:lnTo>
                  <a:lnTo>
                    <a:pt x="125166" y="1101912"/>
                  </a:lnTo>
                  <a:lnTo>
                    <a:pt x="144352" y="1142659"/>
                  </a:lnTo>
                  <a:lnTo>
                    <a:pt x="164778" y="1182686"/>
                  </a:lnTo>
                  <a:lnTo>
                    <a:pt x="186420" y="1221969"/>
                  </a:lnTo>
                  <a:lnTo>
                    <a:pt x="209254" y="1260484"/>
                  </a:lnTo>
                  <a:lnTo>
                    <a:pt x="233254" y="1298204"/>
                  </a:lnTo>
                  <a:lnTo>
                    <a:pt x="258396" y="1335107"/>
                  </a:lnTo>
                  <a:lnTo>
                    <a:pt x="284654" y="1371166"/>
                  </a:lnTo>
                  <a:lnTo>
                    <a:pt x="312005" y="1406356"/>
                  </a:lnTo>
                  <a:lnTo>
                    <a:pt x="340422" y="1440654"/>
                  </a:lnTo>
                  <a:lnTo>
                    <a:pt x="369881" y="1474034"/>
                  </a:lnTo>
                  <a:lnTo>
                    <a:pt x="400358" y="1506471"/>
                  </a:lnTo>
                  <a:lnTo>
                    <a:pt x="431828" y="1537940"/>
                  </a:lnTo>
                  <a:lnTo>
                    <a:pt x="464265" y="1568417"/>
                  </a:lnTo>
                  <a:lnTo>
                    <a:pt x="497644" y="1597877"/>
                  </a:lnTo>
                  <a:lnTo>
                    <a:pt x="531942" y="1626294"/>
                  </a:lnTo>
                  <a:lnTo>
                    <a:pt x="567133" y="1653644"/>
                  </a:lnTo>
                  <a:lnTo>
                    <a:pt x="603192" y="1679903"/>
                  </a:lnTo>
                  <a:lnTo>
                    <a:pt x="640094" y="1705044"/>
                  </a:lnTo>
                  <a:lnTo>
                    <a:pt x="677815" y="1729045"/>
                  </a:lnTo>
                  <a:lnTo>
                    <a:pt x="716329" y="1751878"/>
                  </a:lnTo>
                  <a:lnTo>
                    <a:pt x="755613" y="1773521"/>
                  </a:lnTo>
                  <a:lnTo>
                    <a:pt x="795640" y="1793947"/>
                  </a:lnTo>
                  <a:lnTo>
                    <a:pt x="836386" y="1813132"/>
                  </a:lnTo>
                  <a:lnTo>
                    <a:pt x="877826" y="1831051"/>
                  </a:lnTo>
                  <a:lnTo>
                    <a:pt x="919936" y="1847680"/>
                  </a:lnTo>
                  <a:lnTo>
                    <a:pt x="962691" y="1862993"/>
                  </a:lnTo>
                  <a:lnTo>
                    <a:pt x="1006065" y="1876966"/>
                  </a:lnTo>
                  <a:lnTo>
                    <a:pt x="1050033" y="1889573"/>
                  </a:lnTo>
                  <a:lnTo>
                    <a:pt x="1094572" y="1900790"/>
                  </a:lnTo>
                  <a:lnTo>
                    <a:pt x="1139656" y="1910592"/>
                  </a:lnTo>
                  <a:lnTo>
                    <a:pt x="1185260" y="1918955"/>
                  </a:lnTo>
                  <a:lnTo>
                    <a:pt x="1231360" y="1925852"/>
                  </a:lnTo>
                  <a:lnTo>
                    <a:pt x="1277930" y="1931260"/>
                  </a:lnTo>
                  <a:lnTo>
                    <a:pt x="1324946" y="1935154"/>
                  </a:lnTo>
                  <a:lnTo>
                    <a:pt x="1372382" y="1937509"/>
                  </a:lnTo>
                  <a:lnTo>
                    <a:pt x="1420215" y="1938299"/>
                  </a:lnTo>
                  <a:lnTo>
                    <a:pt x="1678787" y="1938299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  <p:sp>
          <p:nvSpPr>
            <p:cNvPr id="22" name="object 10">
              <a:extLst>
                <a:ext uri="{FF2B5EF4-FFF2-40B4-BE49-F238E27FC236}">
                  <a16:creationId xmlns:a16="http://schemas.microsoft.com/office/drawing/2014/main" id="{50EA9EEC-7A84-6548-93CA-3FDF73168957}"/>
                </a:ext>
              </a:extLst>
            </p:cNvPr>
            <p:cNvSpPr/>
            <p:nvPr/>
          </p:nvSpPr>
          <p:spPr>
            <a:xfrm>
              <a:off x="8264147" y="2630306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59" h="1280160">
                  <a:moveTo>
                    <a:pt x="1200226" y="721461"/>
                  </a:moveTo>
                  <a:lnTo>
                    <a:pt x="1180193" y="763805"/>
                  </a:lnTo>
                  <a:lnTo>
                    <a:pt x="1158140" y="804957"/>
                  </a:lnTo>
                  <a:lnTo>
                    <a:pt x="1134133" y="844852"/>
                  </a:lnTo>
                  <a:lnTo>
                    <a:pt x="1108234" y="883427"/>
                  </a:lnTo>
                  <a:lnTo>
                    <a:pt x="1080509" y="920616"/>
                  </a:lnTo>
                  <a:lnTo>
                    <a:pt x="1051020" y="956357"/>
                  </a:lnTo>
                  <a:lnTo>
                    <a:pt x="1019833" y="990585"/>
                  </a:lnTo>
                  <a:lnTo>
                    <a:pt x="987011" y="1023235"/>
                  </a:lnTo>
                  <a:lnTo>
                    <a:pt x="952619" y="1054244"/>
                  </a:lnTo>
                  <a:lnTo>
                    <a:pt x="916721" y="1083547"/>
                  </a:lnTo>
                  <a:lnTo>
                    <a:pt x="879381" y="1111081"/>
                  </a:lnTo>
                  <a:lnTo>
                    <a:pt x="840662" y="1136780"/>
                  </a:lnTo>
                  <a:lnTo>
                    <a:pt x="800630" y="1160582"/>
                  </a:lnTo>
                  <a:lnTo>
                    <a:pt x="759347" y="1182421"/>
                  </a:lnTo>
                  <a:lnTo>
                    <a:pt x="716880" y="1202233"/>
                  </a:lnTo>
                  <a:lnTo>
                    <a:pt x="673290" y="1219956"/>
                  </a:lnTo>
                  <a:lnTo>
                    <a:pt x="628644" y="1235523"/>
                  </a:lnTo>
                  <a:lnTo>
                    <a:pt x="583004" y="1248871"/>
                  </a:lnTo>
                  <a:lnTo>
                    <a:pt x="536435" y="1259936"/>
                  </a:lnTo>
                  <a:lnTo>
                    <a:pt x="489001" y="1268654"/>
                  </a:lnTo>
                  <a:lnTo>
                    <a:pt x="440766" y="1274961"/>
                  </a:lnTo>
                  <a:lnTo>
                    <a:pt x="391794" y="1278792"/>
                  </a:lnTo>
                  <a:lnTo>
                    <a:pt x="342150" y="1280083"/>
                  </a:lnTo>
                  <a:lnTo>
                    <a:pt x="0" y="1280083"/>
                  </a:lnTo>
                  <a:lnTo>
                    <a:pt x="0" y="937933"/>
                  </a:lnTo>
                  <a:lnTo>
                    <a:pt x="1220" y="889668"/>
                  </a:lnTo>
                  <a:lnTo>
                    <a:pt x="4842" y="842036"/>
                  </a:lnTo>
                  <a:lnTo>
                    <a:pt x="10807" y="795097"/>
                  </a:lnTo>
                  <a:lnTo>
                    <a:pt x="19055" y="748910"/>
                  </a:lnTo>
                  <a:lnTo>
                    <a:pt x="29528" y="703532"/>
                  </a:lnTo>
                  <a:lnTo>
                    <a:pt x="42167" y="659024"/>
                  </a:lnTo>
                  <a:lnTo>
                    <a:pt x="56913" y="615444"/>
                  </a:lnTo>
                  <a:lnTo>
                    <a:pt x="73707" y="572851"/>
                  </a:lnTo>
                  <a:lnTo>
                    <a:pt x="92490" y="531305"/>
                  </a:lnTo>
                  <a:lnTo>
                    <a:pt x="113203" y="490863"/>
                  </a:lnTo>
                  <a:lnTo>
                    <a:pt x="135787" y="451585"/>
                  </a:lnTo>
                  <a:lnTo>
                    <a:pt x="160183" y="413530"/>
                  </a:lnTo>
                  <a:lnTo>
                    <a:pt x="186333" y="376757"/>
                  </a:lnTo>
                  <a:lnTo>
                    <a:pt x="214177" y="341325"/>
                  </a:lnTo>
                  <a:lnTo>
                    <a:pt x="243657" y="307292"/>
                  </a:lnTo>
                  <a:lnTo>
                    <a:pt x="274713" y="274718"/>
                  </a:lnTo>
                  <a:lnTo>
                    <a:pt x="307287" y="243661"/>
                  </a:lnTo>
                  <a:lnTo>
                    <a:pt x="341319" y="214181"/>
                  </a:lnTo>
                  <a:lnTo>
                    <a:pt x="376752" y="186337"/>
                  </a:lnTo>
                  <a:lnTo>
                    <a:pt x="413525" y="160187"/>
                  </a:lnTo>
                  <a:lnTo>
                    <a:pt x="451580" y="135790"/>
                  </a:lnTo>
                  <a:lnTo>
                    <a:pt x="490857" y="113205"/>
                  </a:lnTo>
                  <a:lnTo>
                    <a:pt x="531299" y="92492"/>
                  </a:lnTo>
                  <a:lnTo>
                    <a:pt x="572846" y="73709"/>
                  </a:lnTo>
                  <a:lnTo>
                    <a:pt x="615439" y="56914"/>
                  </a:lnTo>
                  <a:lnTo>
                    <a:pt x="659019" y="42168"/>
                  </a:lnTo>
                  <a:lnTo>
                    <a:pt x="703528" y="29529"/>
                  </a:lnTo>
                  <a:lnTo>
                    <a:pt x="748906" y="19055"/>
                  </a:lnTo>
                  <a:lnTo>
                    <a:pt x="795094" y="10807"/>
                  </a:lnTo>
                  <a:lnTo>
                    <a:pt x="842034" y="4842"/>
                  </a:lnTo>
                  <a:lnTo>
                    <a:pt x="889667" y="1220"/>
                  </a:lnTo>
                  <a:lnTo>
                    <a:pt x="937933" y="0"/>
                  </a:lnTo>
                  <a:lnTo>
                    <a:pt x="1280083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658"/>
            </a:p>
          </p:txBody>
        </p:sp>
      </p:grpSp>
    </p:spTree>
    <p:extLst>
      <p:ext uri="{BB962C8B-B14F-4D97-AF65-F5344CB8AC3E}">
        <p14:creationId xmlns:p14="http://schemas.microsoft.com/office/powerpoint/2010/main" val="37208358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82AD21A4-7F70-FF46-9029-9AF3F62DA57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20"/>
            <a:ext cx="9144000" cy="5130060"/>
          </a:xfrm>
          <a:prstGeom prst="rect">
            <a:avLst/>
          </a:prstGeom>
        </p:spPr>
      </p:pic>
      <p:sp>
        <p:nvSpPr>
          <p:cNvPr id="49" name="object 44">
            <a:extLst>
              <a:ext uri="{FF2B5EF4-FFF2-40B4-BE49-F238E27FC236}">
                <a16:creationId xmlns:a16="http://schemas.microsoft.com/office/drawing/2014/main" id="{A2095254-E79C-4541-B1F3-1B7DDED722C6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B6C74-A792-E448-9569-7C9C9679F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57" y="449768"/>
            <a:ext cx="2856060" cy="415170"/>
          </a:xfrm>
        </p:spPr>
        <p:txBody>
          <a:bodyPr lIns="0" tIns="0" rIns="0" bIns="0">
            <a:noAutofit/>
          </a:bodyPr>
          <a:lstStyle>
            <a:lvl1pPr>
              <a:defRPr sz="2418" b="1" i="0" spc="18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18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EDIT SLIDE TITLE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F08E7-1DD8-0842-88C7-FB0161C312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4957" y="911068"/>
            <a:ext cx="2856060" cy="738081"/>
          </a:xfrm>
        </p:spPr>
        <p:txBody>
          <a:bodyPr lIns="0" tIns="0" rIns="0" bIns="0">
            <a:normAutofit/>
          </a:bodyPr>
          <a:lstStyle>
            <a:lvl1pPr>
              <a:lnSpc>
                <a:spcPts val="1269"/>
              </a:lnSpc>
              <a:defRPr sz="1028"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 </a:t>
            </a:r>
            <a:r>
              <a:rPr lang="en-GB" dirty="0" err="1"/>
              <a:t>volutpat</a:t>
            </a:r>
            <a:r>
              <a:rPr lang="en-GB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567395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21B755A-68BC-D44B-B690-9803766728FE}"/>
              </a:ext>
            </a:extLst>
          </p:cNvPr>
          <p:cNvSpPr/>
          <p:nvPr userDrawn="1"/>
        </p:nvSpPr>
        <p:spPr>
          <a:xfrm>
            <a:off x="7881998" y="3936984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012388EF-AB48-6B4C-8C01-8123A445327C}"/>
              </a:ext>
            </a:extLst>
          </p:cNvPr>
          <p:cNvSpPr/>
          <p:nvPr userDrawn="1"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237" y="2479490"/>
            <a:ext cx="7886796" cy="461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14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hank you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CF8A28C9-B402-A64F-8609-7680C8151AA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563" y="0"/>
            <a:ext cx="9155126" cy="514350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21B755A-68BC-D44B-B690-9803766728FE}"/>
              </a:ext>
            </a:extLst>
          </p:cNvPr>
          <p:cNvSpPr/>
          <p:nvPr userDrawn="1"/>
        </p:nvSpPr>
        <p:spPr>
          <a:xfrm>
            <a:off x="7881998" y="3936984"/>
            <a:ext cx="774115" cy="775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012388EF-AB48-6B4C-8C01-8123A445327C}"/>
              </a:ext>
            </a:extLst>
          </p:cNvPr>
          <p:cNvSpPr/>
          <p:nvPr userDrawn="1"/>
        </p:nvSpPr>
        <p:spPr>
          <a:xfrm>
            <a:off x="7668790" y="4792755"/>
            <a:ext cx="1209040" cy="84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237" y="2110450"/>
            <a:ext cx="7886796" cy="461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8033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hank you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C7A674F3-EBCF-7E4F-8B76-FAAB8934F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087" y="2018189"/>
            <a:ext cx="4099829" cy="87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506"/>
              </a:lnSpc>
              <a:defRPr b="1" i="0" spc="18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9" name="object 44">
            <a:extLst>
              <a:ext uri="{FF2B5EF4-FFF2-40B4-BE49-F238E27FC236}">
                <a16:creationId xmlns:a16="http://schemas.microsoft.com/office/drawing/2014/main" id="{C2A2C3DA-1524-2741-A54F-83625B534FAF}"/>
              </a:ext>
            </a:extLst>
          </p:cNvPr>
          <p:cNvSpPr/>
          <p:nvPr userDrawn="1"/>
        </p:nvSpPr>
        <p:spPr>
          <a:xfrm>
            <a:off x="8101500" y="4099547"/>
            <a:ext cx="774115" cy="775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5A1DFA2-DE0E-A149-B775-25C2AF943041}"/>
              </a:ext>
            </a:extLst>
          </p:cNvPr>
          <p:cNvSpPr/>
          <p:nvPr userDrawn="1"/>
        </p:nvSpPr>
        <p:spPr>
          <a:xfrm>
            <a:off x="1364450" y="1658272"/>
            <a:ext cx="6413852" cy="1935540"/>
          </a:xfrm>
          <a:custGeom>
            <a:avLst/>
            <a:gdLst/>
            <a:ahLst/>
            <a:cxnLst/>
            <a:rect l="l" t="t" r="r" b="b"/>
            <a:pathLst>
              <a:path w="10609580" h="3197225">
                <a:moveTo>
                  <a:pt x="10609491" y="3197199"/>
                </a:moveTo>
                <a:lnTo>
                  <a:pt x="10609491" y="3187"/>
                </a:lnTo>
                <a:lnTo>
                  <a:pt x="230822" y="3187"/>
                </a:lnTo>
                <a:lnTo>
                  <a:pt x="230822" y="236423"/>
                </a:lnTo>
                <a:lnTo>
                  <a:pt x="0" y="236423"/>
                </a:lnTo>
                <a:lnTo>
                  <a:pt x="0" y="2726054"/>
                </a:lnTo>
                <a:lnTo>
                  <a:pt x="8122539" y="2726054"/>
                </a:lnTo>
              </a:path>
              <a:path w="10609580" h="3197225">
                <a:moveTo>
                  <a:pt x="577049" y="0"/>
                </a:moveTo>
                <a:lnTo>
                  <a:pt x="577049" y="121005"/>
                </a:lnTo>
                <a:lnTo>
                  <a:pt x="0" y="121005"/>
                </a:lnTo>
                <a:lnTo>
                  <a:pt x="0" y="3187"/>
                </a:lnTo>
                <a:lnTo>
                  <a:pt x="115417" y="3187"/>
                </a:lnTo>
                <a:lnTo>
                  <a:pt x="115417" y="582650"/>
                </a:lnTo>
                <a:lnTo>
                  <a:pt x="0" y="582650"/>
                </a:lnTo>
              </a:path>
              <a:path w="10609580" h="3197225">
                <a:moveTo>
                  <a:pt x="230822" y="60896"/>
                </a:moveTo>
                <a:lnTo>
                  <a:pt x="173113" y="60896"/>
                </a:lnTo>
                <a:lnTo>
                  <a:pt x="173113" y="178714"/>
                </a:lnTo>
                <a:lnTo>
                  <a:pt x="57708" y="178714"/>
                </a:lnTo>
                <a:lnTo>
                  <a:pt x="57708" y="236423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1F327EA9-AC38-384C-ADCB-B628E24AAD16}"/>
              </a:ext>
            </a:extLst>
          </p:cNvPr>
          <p:cNvSpPr/>
          <p:nvPr userDrawn="1"/>
        </p:nvSpPr>
        <p:spPr>
          <a:xfrm>
            <a:off x="4" y="3917668"/>
            <a:ext cx="6638805" cy="6151"/>
          </a:xfrm>
          <a:custGeom>
            <a:avLst/>
            <a:gdLst/>
            <a:ahLst/>
            <a:cxnLst/>
            <a:rect l="l" t="t" r="r" b="b"/>
            <a:pathLst>
              <a:path w="10981690" h="10160">
                <a:moveTo>
                  <a:pt x="10981067" y="9855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F9F3929A-6A7A-394F-9558-6BB66E5E1871}"/>
              </a:ext>
            </a:extLst>
          </p:cNvPr>
          <p:cNvSpPr/>
          <p:nvPr userDrawn="1"/>
        </p:nvSpPr>
        <p:spPr>
          <a:xfrm>
            <a:off x="6274462" y="3191209"/>
            <a:ext cx="0" cy="238723"/>
          </a:xfrm>
          <a:custGeom>
            <a:avLst/>
            <a:gdLst/>
            <a:ahLst/>
            <a:cxnLst/>
            <a:rect l="l" t="t" r="r" b="b"/>
            <a:pathLst>
              <a:path h="394335">
                <a:moveTo>
                  <a:pt x="0" y="394093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58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A9EB42F-5D6B-5842-B56C-B055B14AE8D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8556" y="3033050"/>
            <a:ext cx="2363159" cy="17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272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09" y="265248"/>
            <a:ext cx="7140151" cy="184520"/>
          </a:xfrm>
        </p:spPr>
        <p:txBody>
          <a:bodyPr lIns="0" tIns="0" rIns="0" bIns="0">
            <a:noAutofit/>
          </a:bodyPr>
          <a:lstStyle>
            <a:lvl1pPr>
              <a:defRPr sz="1693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5299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338A4-D38D-E042-9C2D-3A9A338F1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09" y="265248"/>
            <a:ext cx="7140151" cy="184520"/>
          </a:xfrm>
        </p:spPr>
        <p:txBody>
          <a:bodyPr lIns="0" tIns="0" rIns="0" bIns="0">
            <a:noAutofit/>
          </a:bodyPr>
          <a:lstStyle>
            <a:lvl1pPr>
              <a:defRPr sz="1693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511">
                <a:solidFill>
                  <a:schemeClr val="bg2"/>
                </a:solidFill>
              </a:defRPr>
            </a:lvl2pPr>
            <a:lvl3pPr>
              <a:defRPr sz="1511">
                <a:solidFill>
                  <a:schemeClr val="bg2"/>
                </a:solidFill>
              </a:defRPr>
            </a:lvl3pPr>
            <a:lvl4pPr>
              <a:defRPr sz="1511">
                <a:solidFill>
                  <a:schemeClr val="bg2"/>
                </a:solidFill>
              </a:defRPr>
            </a:lvl4pPr>
            <a:lvl5pPr>
              <a:defRPr sz="1511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8224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5403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99" b="1" i="0">
                <a:solidFill>
                  <a:srgbClr val="BC002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746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B586B27-3B1F-B442-B79C-225BDAD3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03" y="273898"/>
            <a:ext cx="7886796" cy="993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51140-8115-A242-B7C3-34DBA6282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03" y="1369487"/>
            <a:ext cx="7886796" cy="3263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726" r:id="rId5"/>
    <p:sldLayoutId id="2147483670" r:id="rId6"/>
    <p:sldLayoutId id="2147483725" r:id="rId7"/>
    <p:sldLayoutId id="2147483719" r:id="rId8"/>
    <p:sldLayoutId id="2147483671" r:id="rId9"/>
    <p:sldLayoutId id="2147483672" r:id="rId10"/>
    <p:sldLayoutId id="2147483677" r:id="rId11"/>
    <p:sldLayoutId id="2147483673" r:id="rId12"/>
    <p:sldLayoutId id="2147483674" r:id="rId13"/>
    <p:sldLayoutId id="2147483675" r:id="rId14"/>
    <p:sldLayoutId id="2147483676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707" r:id="rId30"/>
    <p:sldLayoutId id="2147483703" r:id="rId31"/>
    <p:sldLayoutId id="2147483727" r:id="rId32"/>
    <p:sldLayoutId id="2147483710" r:id="rId33"/>
    <p:sldLayoutId id="2147483711" r:id="rId34"/>
    <p:sldLayoutId id="2147483712" r:id="rId35"/>
    <p:sldLayoutId id="2147483715" r:id="rId36"/>
    <p:sldLayoutId id="2147483713" r:id="rId37"/>
    <p:sldLayoutId id="2147483724" r:id="rId38"/>
    <p:sldLayoutId id="2147483714" r:id="rId39"/>
    <p:sldLayoutId id="2147483716" r:id="rId40"/>
    <p:sldLayoutId id="2147483717" r:id="rId41"/>
    <p:sldLayoutId id="2147483718" r:id="rId42"/>
    <p:sldLayoutId id="2147483704" r:id="rId43"/>
    <p:sldLayoutId id="2147483708" r:id="rId44"/>
    <p:sldLayoutId id="2147483702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693" r:id="rId52"/>
    <p:sldLayoutId id="2147483694" r:id="rId53"/>
    <p:sldLayoutId id="2147483692" r:id="rId54"/>
    <p:sldLayoutId id="2147483705" r:id="rId55"/>
    <p:sldLayoutId id="2147483706" r:id="rId56"/>
    <p:sldLayoutId id="2147483666" r:id="rId57"/>
    <p:sldLayoutId id="2147483723" r:id="rId58"/>
  </p:sldLayoutIdLst>
  <p:hf hdr="0" ftr="0" dt="0"/>
  <p:txStyles>
    <p:titleStyle>
      <a:lvl1pPr>
        <a:defRPr sz="3325" b="1" i="0"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>
        <a:defRPr sz="2418" b="0" i="0"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276367">
        <a:defRPr sz="1814" b="0" i="0"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552735">
        <a:defRPr sz="1511" b="0" i="0"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829102">
        <a:defRPr sz="1028" b="0" i="0"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105470">
        <a:defRPr sz="846" b="0" i="0"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381837">
        <a:defRPr>
          <a:latin typeface="+mn-lt"/>
          <a:ea typeface="+mn-ea"/>
          <a:cs typeface="+mn-cs"/>
        </a:defRPr>
      </a:lvl6pPr>
      <a:lvl7pPr marL="1658204">
        <a:defRPr>
          <a:latin typeface="+mn-lt"/>
          <a:ea typeface="+mn-ea"/>
          <a:cs typeface="+mn-cs"/>
        </a:defRPr>
      </a:lvl7pPr>
      <a:lvl8pPr marL="1934572">
        <a:defRPr>
          <a:latin typeface="+mn-lt"/>
          <a:ea typeface="+mn-ea"/>
          <a:cs typeface="+mn-cs"/>
        </a:defRPr>
      </a:lvl8pPr>
      <a:lvl9pPr marL="221093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6367">
        <a:defRPr>
          <a:latin typeface="+mn-lt"/>
          <a:ea typeface="+mn-ea"/>
          <a:cs typeface="+mn-cs"/>
        </a:defRPr>
      </a:lvl2pPr>
      <a:lvl3pPr marL="552735">
        <a:defRPr>
          <a:latin typeface="+mn-lt"/>
          <a:ea typeface="+mn-ea"/>
          <a:cs typeface="+mn-cs"/>
        </a:defRPr>
      </a:lvl3pPr>
      <a:lvl4pPr marL="829102">
        <a:defRPr>
          <a:latin typeface="+mn-lt"/>
          <a:ea typeface="+mn-ea"/>
          <a:cs typeface="+mn-cs"/>
        </a:defRPr>
      </a:lvl4pPr>
      <a:lvl5pPr marL="1105470">
        <a:defRPr>
          <a:latin typeface="+mn-lt"/>
          <a:ea typeface="+mn-ea"/>
          <a:cs typeface="+mn-cs"/>
        </a:defRPr>
      </a:lvl5pPr>
      <a:lvl6pPr marL="1381837">
        <a:defRPr>
          <a:latin typeface="+mn-lt"/>
          <a:ea typeface="+mn-ea"/>
          <a:cs typeface="+mn-cs"/>
        </a:defRPr>
      </a:lvl6pPr>
      <a:lvl7pPr marL="1658204">
        <a:defRPr>
          <a:latin typeface="+mn-lt"/>
          <a:ea typeface="+mn-ea"/>
          <a:cs typeface="+mn-cs"/>
        </a:defRPr>
      </a:lvl7pPr>
      <a:lvl8pPr marL="1934572">
        <a:defRPr>
          <a:latin typeface="+mn-lt"/>
          <a:ea typeface="+mn-ea"/>
          <a:cs typeface="+mn-cs"/>
        </a:defRPr>
      </a:lvl8pPr>
      <a:lvl9pPr marL="221093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Julius Meinl x WU Vienna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t>Entering Latin America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6148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Business Projects, winter term 2026/27</a:t>
            </a:r>
          </a:p>
        </p:txBody>
      </p:sp>
      <p:pic>
        <p:nvPicPr>
          <p:cNvPr id="5" name="Picture 4" descr="wu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1082934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7360" y="178308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More than 70 countries.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233172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Not one of them in Latin America.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2461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That is the starting point for your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 i="0">
                <a:solidFill>
                  <a:srgbClr val="2F1600"/>
                </a:solidFill>
                <a:latin typeface="Calibri"/>
              </a:rPr>
              <a:t>A Viennese coffee roaster since 1862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234440"/>
            <a:ext cx="2487168" cy="169164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 i="0">
                <a:solidFill>
                  <a:srgbClr val="CF002B"/>
                </a:solidFill>
                <a:latin typeface="Calibri"/>
              </a:rPr>
              <a:t>1862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65960"/>
            <a:ext cx="2057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Family owned, fifth generation, roasted in Vienna.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234440"/>
            <a:ext cx="2487168" cy="169164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2152" y="137160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 i="0">
                <a:solidFill>
                  <a:srgbClr val="CF002B"/>
                </a:solidFill>
                <a:latin typeface="Calibri"/>
              </a:rPr>
              <a:t>70+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965960"/>
            <a:ext cx="2057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Countries, mostly through local distribution partners.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0176" y="1234440"/>
            <a:ext cx="2487168" cy="169164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08776" y="137160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 i="0">
                <a:solidFill>
                  <a:srgbClr val="CF002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965960"/>
            <a:ext cx="2057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Segments per market, hospitality and retail.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0040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2F1600"/>
                </a:solidFill>
                <a:latin typeface="Calibri"/>
              </a:rPr>
              <a:t>We sell Viennese coffee house culture rather than the bean itself, meaning service, hospitality and the idea of taking time for a cup of coffee.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HOW WE 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 i="0">
                <a:solidFill>
                  <a:srgbClr val="2F1600"/>
                </a:solidFill>
                <a:latin typeface="Calibri"/>
              </a:rPr>
              <a:t>Two segments, two partners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88720"/>
            <a:ext cx="3913632" cy="173736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F002B"/>
                </a:solidFill>
                <a:latin typeface="Calibri"/>
              </a:rPr>
              <a:t>Hospitality, HoReCa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Cafés, restaurants and hotels. The primary segment. Hotels matter most, with breakfast and bar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0016" y="1188720"/>
            <a:ext cx="3913632" cy="173736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56048" y="137160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F002B"/>
                </a:solidFill>
                <a:latin typeface="Calibri"/>
              </a:rPr>
              <a:t>Grocery 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173736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Coffee for the home, through grocery chains and delicatessen with a premium assortment.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5468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F1600"/>
                </a:solidFill>
                <a:latin typeface="Calibri"/>
              </a:rPr>
              <a:t>One partner per segment, because hotels and grocery chains are different businesses.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F1600"/>
                </a:solidFill>
                <a:latin typeface="Calibri"/>
              </a:rPr>
              <a:t>We have no own sales organisation in export markets, so the partner is the sales force.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YOUR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 i="0">
                <a:solidFill>
                  <a:srgbClr val="2F1600"/>
                </a:solidFill>
                <a:latin typeface="Calibri"/>
              </a:rPr>
              <a:t>Three questions in one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43000"/>
            <a:ext cx="2487168" cy="160020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298448"/>
            <a:ext cx="2057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dirty="0">
                <a:solidFill>
                  <a:srgbClr val="CF002B"/>
                </a:solidFill>
                <a:latin typeface="Calibri"/>
              </a:rPr>
              <a:t>WHICH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00200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2F1600"/>
                </a:solidFill>
                <a:latin typeface="Calibri"/>
              </a:rPr>
              <a:t>Which Latin American market should we enter</a:t>
            </a:r>
            <a:r>
              <a:rPr lang="de-AT" sz="1600" b="1" i="0" dirty="0">
                <a:solidFill>
                  <a:srgbClr val="2F1600"/>
                </a:solidFill>
                <a:latin typeface="Calibri"/>
              </a:rPr>
              <a:t>?</a:t>
            </a:r>
            <a:endParaRPr sz="1600" b="1" i="0" dirty="0">
              <a:solidFill>
                <a:srgbClr val="2F1600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73552" y="1143000"/>
            <a:ext cx="2487168" cy="1600200"/>
          </a:xfrm>
          <a:prstGeom prst="roundRect">
            <a:avLst>
              <a:gd name="adj" fmla="val 6000"/>
            </a:avLst>
          </a:prstGeom>
          <a:solidFill>
            <a:srgbClr val="D7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2152" y="1298448"/>
            <a:ext cx="2057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dirty="0">
                <a:solidFill>
                  <a:srgbClr val="CF002B"/>
                </a:solidFill>
                <a:latin typeface="Calibri"/>
              </a:rPr>
              <a:t>HOW TO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600200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2F1600"/>
                </a:solidFill>
                <a:latin typeface="Calibri"/>
              </a:rPr>
              <a:t>How could entry look, and with what kind of partner</a:t>
            </a:r>
            <a:r>
              <a:rPr lang="de-AT" sz="1600" b="1" i="0" dirty="0">
                <a:solidFill>
                  <a:srgbClr val="2F1600"/>
                </a:solidFill>
                <a:latin typeface="Calibri"/>
              </a:rPr>
              <a:t>?</a:t>
            </a:r>
            <a:endParaRPr sz="1600" b="1" i="0" dirty="0">
              <a:solidFill>
                <a:srgbClr val="2F160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80176" y="1143000"/>
            <a:ext cx="2487168" cy="160020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08776" y="1298448"/>
            <a:ext cx="2057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dirty="0">
                <a:solidFill>
                  <a:srgbClr val="CF002B"/>
                </a:solidFill>
                <a:latin typeface="Calibri"/>
              </a:rPr>
              <a:t>HOW TO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600200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2F1600"/>
                </a:solidFill>
                <a:latin typeface="Calibri"/>
              </a:rPr>
              <a:t>How should the brand be positioned and marketed</a:t>
            </a:r>
            <a:r>
              <a:rPr lang="de-AT" sz="1600" b="1" i="0" dirty="0">
                <a:solidFill>
                  <a:srgbClr val="2F1600"/>
                </a:solidFill>
                <a:latin typeface="Calibri"/>
              </a:rPr>
              <a:t>?</a:t>
            </a:r>
            <a:endParaRPr sz="1600" b="1" i="0" dirty="0">
              <a:solidFill>
                <a:srgbClr val="2F160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2971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F002B"/>
                </a:solidFill>
                <a:latin typeface="Calibri"/>
              </a:rPr>
              <a:t>What makes an answer convincing to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337560"/>
            <a:ext cx="7223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A recommendation we could act on, not a list of options.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Evidence we can follow, including where it is thin.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A clear statement of what you would not do, and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 i="0" dirty="0">
                <a:solidFill>
                  <a:srgbClr val="2F1600"/>
                </a:solidFill>
                <a:latin typeface="Calibri"/>
              </a:rPr>
              <a:t>The six countries we compare</a:t>
            </a:r>
          </a:p>
        </p:txBody>
      </p:sp>
      <p:pic>
        <p:nvPicPr>
          <p:cNvPr id="4" name="Picture 3" descr="map_lat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2615018" cy="2697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143000"/>
            <a:ext cx="4572000" cy="137160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95348"/>
            <a:ext cx="4114800" cy="86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1" i="0" dirty="0">
                <a:solidFill>
                  <a:srgbClr val="CF002B"/>
                </a:solidFill>
                <a:latin typeface="Calibri"/>
              </a:rPr>
              <a:t>Argentina    Brazil    Chile</a:t>
            </a:r>
          </a:p>
          <a:p>
            <a:pPr>
              <a:spcAft>
                <a:spcPts val="1000"/>
              </a:spcAft>
            </a:pPr>
            <a:r>
              <a:rPr sz="2400" b="1" i="0" dirty="0">
                <a:solidFill>
                  <a:srgbClr val="CF002B"/>
                </a:solidFill>
                <a:latin typeface="Calibri"/>
              </a:rPr>
              <a:t>Colombia    Mexico    Uruguay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475488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Font typeface="+mj-lt"/>
              <a:buAutoNum type="arabicPeriod"/>
            </a:pPr>
            <a:r>
              <a:rPr sz="1400" b="0" i="0" dirty="0">
                <a:solidFill>
                  <a:srgbClr val="2F1600"/>
                </a:solidFill>
                <a:latin typeface="Calibri"/>
              </a:rPr>
              <a:t>All groups compare the same six, so the rankings can be read against each other.</a:t>
            </a:r>
          </a:p>
          <a:p>
            <a:pPr marL="342900" indent="-342900">
              <a:spcAft>
                <a:spcPts val="900"/>
              </a:spcAft>
              <a:buFont typeface="+mj-lt"/>
              <a:buAutoNum type="arabicPeriod"/>
            </a:pPr>
            <a:r>
              <a:rPr sz="1400" b="0" i="0" dirty="0">
                <a:solidFill>
                  <a:srgbClr val="2F1600"/>
                </a:solidFill>
                <a:latin typeface="Calibri"/>
              </a:rPr>
              <a:t>We have no preferred country. That is exactly what we would like to learn.</a:t>
            </a:r>
          </a:p>
          <a:p>
            <a:pPr marL="342900" indent="-342900">
              <a:spcAft>
                <a:spcPts val="900"/>
              </a:spcAft>
              <a:buFont typeface="+mj-lt"/>
              <a:buAutoNum type="arabicPeriod"/>
            </a:pPr>
            <a:r>
              <a:rPr sz="1400" b="0" i="0" dirty="0">
                <a:solidFill>
                  <a:srgbClr val="2F1600"/>
                </a:solidFill>
                <a:latin typeface="Calibri"/>
              </a:rPr>
              <a:t>Different answers between groups are welcome.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WHAT MATTERS TO US IN A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de-AT" sz="2100" b="1" i="0" dirty="0" err="1">
                <a:solidFill>
                  <a:srgbClr val="2F1600"/>
                </a:solidFill>
                <a:latin typeface="Calibri"/>
              </a:rPr>
              <a:t>What</a:t>
            </a:r>
            <a:r>
              <a:rPr lang="de-AT" sz="2100" b="1" i="0" dirty="0">
                <a:solidFill>
                  <a:srgbClr val="2F1600"/>
                </a:solidFill>
                <a:latin typeface="Calibri"/>
              </a:rPr>
              <a:t> </a:t>
            </a:r>
            <a:r>
              <a:rPr sz="2100" b="1" i="0" dirty="0">
                <a:solidFill>
                  <a:srgbClr val="2F1600"/>
                </a:solidFill>
                <a:latin typeface="Calibri"/>
              </a:rPr>
              <a:t>we would look 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51560"/>
            <a:ext cx="3913632" cy="841248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5214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Premium coffee 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35607"/>
            <a:ext cx="3429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Its size in hospitality and in retail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0016" y="1051560"/>
            <a:ext cx="3913632" cy="841248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56048" y="115214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Tourism and hotels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1435607"/>
            <a:ext cx="3429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Visitor volume, origin, and international hotel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11680"/>
            <a:ext cx="3913632" cy="841248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1226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Purchasing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95728"/>
            <a:ext cx="3429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Economic development, and who can pay a premium 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0016" y="2011680"/>
            <a:ext cx="3913632" cy="841248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211226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Competitive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395728"/>
            <a:ext cx="3429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Which premium brands are there, at what price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71800"/>
            <a:ext cx="3913632" cy="841248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07238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Import and regulation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55848"/>
            <a:ext cx="3429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Tariffs, certification, and what applies to EU goods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16" y="2971800"/>
            <a:ext cx="3913632" cy="841248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8" y="307238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Coffee 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355848"/>
            <a:ext cx="3429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How coffee is drunk, and how much of it outside the 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69080"/>
            <a:ext cx="7223760" cy="420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1200" i="1" dirty="0">
                <a:solidFill>
                  <a:srgbClr val="2F1600"/>
                </a:solidFill>
              </a:rPr>
              <a:t>Both groups measure the same things. How you operationalise and weight them is yours to decide.</a:t>
            </a:r>
          </a:p>
          <a:p>
            <a:pPr>
              <a:spcAft>
                <a:spcPts val="400"/>
              </a:spcAft>
            </a:pPr>
            <a:r>
              <a:rPr lang="en-DE" sz="1200" dirty="0"/>
              <a:t>Add criteria you consider relevant, and justify your weighting and your choice of tool.</a:t>
            </a:r>
            <a:endParaRPr lang="en-GB" sz="1200" i="1" dirty="0">
              <a:solidFill>
                <a:srgbClr val="2F16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WHO WE SELL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 i="0">
                <a:solidFill>
                  <a:srgbClr val="2F1600"/>
                </a:solidFill>
                <a:latin typeface="Calibri"/>
              </a:rPr>
              <a:t>The customers a plan should aim 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43000"/>
            <a:ext cx="3913632" cy="196596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F002B"/>
                </a:solidFill>
                <a:latin typeface="Calibri"/>
              </a:rPr>
              <a:t>Hospitality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0" i="0">
                <a:solidFill>
                  <a:srgbClr val="2F1600"/>
                </a:solidFill>
                <a:latin typeface="Calibri"/>
              </a:rPr>
              <a:t>Hotels with breakfast and bar service, especially with international guests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2F1600"/>
                </a:solidFill>
                <a:latin typeface="Calibri"/>
              </a:rPr>
              <a:t>Premium restaurants and cafés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2F1600"/>
                </a:solidFill>
                <a:latin typeface="Calibri"/>
              </a:rPr>
              <a:t>Venues where coffee is part of a quality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0016" y="1143000"/>
            <a:ext cx="3913632" cy="196596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56048" y="132588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F002B"/>
                </a:solidFill>
                <a:latin typeface="Calibri"/>
              </a:rPr>
              <a:t>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1664208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0" i="0">
                <a:solidFill>
                  <a:srgbClr val="2F1600"/>
                </a:solidFill>
                <a:latin typeface="Calibri"/>
              </a:rPr>
              <a:t>Grocery and delicatessen with a premium assortment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2F1600"/>
                </a:solidFill>
                <a:latin typeface="Calibri"/>
              </a:rPr>
              <a:t>Shoppers who can pay a premium price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2F1600"/>
                </a:solidFill>
                <a:latin typeface="Calibri"/>
              </a:rPr>
              <a:t>Where brands such as illy are already on the shelf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918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F1600"/>
                </a:solidFill>
                <a:latin typeface="Calibri"/>
              </a:rPr>
              <a:t>Less relevant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118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Venues and retailers competing on price, and areas without purchasing power.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7360" y="169164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HARD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965960"/>
            <a:ext cx="5852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Why would a country that grows its own coffee buy coffee from Vienna.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92608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Several of these countries roast their own coffee.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Your positioning has to answer this, and say who exactly would buy.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OUR ANSWER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 i="0">
                <a:solidFill>
                  <a:srgbClr val="2F1600"/>
                </a:solidFill>
                <a:latin typeface="Calibri"/>
              </a:rPr>
              <a:t>And why it needs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43000"/>
            <a:ext cx="8046720" cy="118872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749807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 dirty="0">
                <a:solidFill>
                  <a:srgbClr val="2F1600"/>
                </a:solidFill>
                <a:latin typeface="Calibri"/>
              </a:rPr>
              <a:t>We sell coffee house 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64208"/>
            <a:ext cx="74980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The assumption is that this connects where a European influenced coffee culture already exists, and where hotels serve many European guests. It is unverified.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14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F002B"/>
                </a:solidFill>
                <a:latin typeface="Calibri"/>
              </a:rPr>
              <a:t>Two things that help you test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7223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Where European premium brands already sit, at what price, and whether venues advertise European origin.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Through our North American subsidiary we are already served in some international chains. Where they also operate here, they may be an easier first door.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 i="0">
                <a:solidFill>
                  <a:srgbClr val="2F1600"/>
                </a:solidFill>
                <a:latin typeface="Calibri"/>
              </a:rPr>
              <a:t>Where the evidence can come from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43000"/>
            <a:ext cx="8046720" cy="82296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252728"/>
            <a:ext cx="74980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Desk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27048"/>
            <a:ext cx="749807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USDA coffee country reports, trade statistics, tourism statistics, industry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75688"/>
            <a:ext cx="8046720" cy="82296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185416"/>
            <a:ext cx="74980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Observing the market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59736"/>
            <a:ext cx="749807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Menus and prices, shelf prices, reviews, competitors on social media, and which brands hotels serve.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08376"/>
            <a:ext cx="8046720" cy="822960"/>
          </a:xfrm>
          <a:prstGeom prst="roundRect">
            <a:avLst>
              <a:gd name="adj" fmla="val 6000"/>
            </a:avLst>
          </a:prstGeom>
          <a:solidFill>
            <a:srgbClr val="EF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118104"/>
            <a:ext cx="74980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F002B"/>
                </a:solidFill>
                <a:latin typeface="Calibri"/>
              </a:rPr>
              <a:t>Our own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392424"/>
            <a:ext cx="749807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4A4A4A"/>
                </a:solidFill>
                <a:latin typeface="Calibri"/>
              </a:rPr>
              <a:t>The corporate story, the sustainability report and the website.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645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CF002B"/>
                </a:solidFill>
                <a:latin typeface="Calibri"/>
              </a:rPr>
              <a:t>WORKING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 i="0">
                <a:solidFill>
                  <a:srgbClr val="2F1600"/>
                </a:solidFill>
                <a:latin typeface="Calibri"/>
              </a:rPr>
              <a:t>Ground rules and what we contribute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F1600"/>
                </a:solidFill>
                <a:latin typeface="Calibri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8046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Public data only. We provide no internal figures, and none are needed.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If you contact companies, do so as students, not on behalf of Julius Meinl.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F1600"/>
                </a:solidFill>
                <a:latin typeface="Calibri"/>
              </a:rPr>
              <a:t>Nothing here is decided. Your work is one input into an open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346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F1600"/>
                </a:solidFill>
                <a:latin typeface="Calibri"/>
              </a:rPr>
              <a:t>From our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00400"/>
            <a:ext cx="7223760" cy="12080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 dirty="0">
                <a:solidFill>
                  <a:srgbClr val="2F1600"/>
                </a:solidFill>
                <a:latin typeface="Calibri"/>
              </a:rPr>
              <a:t>Feedback on your market selection once the rankings are in.</a:t>
            </a:r>
          </a:p>
          <a:p>
            <a:pPr>
              <a:spcAft>
                <a:spcPts val="900"/>
              </a:spcAft>
            </a:pPr>
            <a:r>
              <a:rPr sz="1400" b="0" i="0" dirty="0">
                <a:solidFill>
                  <a:srgbClr val="2F1600"/>
                </a:solidFill>
                <a:latin typeface="Calibri"/>
              </a:rPr>
              <a:t>Bundled questions during the term are answered by Group Export.</a:t>
            </a:r>
          </a:p>
          <a:p>
            <a:pPr>
              <a:spcAft>
                <a:spcPts val="900"/>
              </a:spcAft>
            </a:pPr>
            <a:r>
              <a:rPr sz="1400" b="0" i="0" dirty="0">
                <a:solidFill>
                  <a:srgbClr val="2F1600"/>
                </a:solidFill>
                <a:latin typeface="Calibri"/>
              </a:rPr>
              <a:t>We attend the final presentations.</a:t>
            </a:r>
          </a:p>
          <a:p>
            <a:pPr>
              <a:spcAft>
                <a:spcPts val="900"/>
              </a:spcAft>
            </a:pPr>
            <a:r>
              <a:rPr sz="1400" b="0" i="0" dirty="0">
                <a:solidFill>
                  <a:srgbClr val="2F1600"/>
                </a:solidFill>
                <a:latin typeface="Calibri"/>
              </a:rPr>
              <a:t>A visit to the roastery and the Coffee Academy in Vienna is intended.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7360" y="182880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Questions are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2514600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Elifa Maskaeva, Group Export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elifa.maskaeva@meinl.group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33756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1">
                <a:solidFill>
                  <a:srgbClr val="FFFFFF"/>
                </a:solidFill>
                <a:latin typeface="Calibri"/>
              </a:rPr>
              <a:t>Send questions in bundled form and we answer them for the whole course.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M">
      <a:dk1>
        <a:srgbClr val="000000"/>
      </a:dk1>
      <a:lt1>
        <a:srgbClr val="FFFFFF"/>
      </a:lt1>
      <a:dk2>
        <a:srgbClr val="D7D2CB"/>
      </a:dk2>
      <a:lt2>
        <a:srgbClr val="CF002B"/>
      </a:lt2>
      <a:accent1>
        <a:srgbClr val="2F1600"/>
      </a:accent1>
      <a:accent2>
        <a:srgbClr val="D6D2C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03D2EE88D9A04890BF2451F5C1CE45" ma:contentTypeVersion="0" ma:contentTypeDescription="Create a new document." ma:contentTypeScope="" ma:versionID="656258179742e1fc93071487488036f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57A8ED-6588-4EB2-B30D-FB262F4D91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4D024C-011F-4C69-942C-00E58C7D87A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FBDA578-5B5D-40C1-8DEC-7F80208CA9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1047</Words>
  <Application>Microsoft Office PowerPoint</Application>
  <PresentationFormat>Bildschirmpräsentation (16:9)</PresentationFormat>
  <Paragraphs>117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5" baseType="lpstr">
      <vt:lpstr>Calibri</vt:lpstr>
      <vt:lpstr>Office Theme</vt:lpstr>
      <vt:lpstr>Julius Meinl x WU Vienna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JM_11579423_PPT_Template</dc:title>
  <dc:creator>Jogi, Patsy (BRM-MEW)</dc:creator>
  <cp:lastModifiedBy>Maskaeva Elifa</cp:lastModifiedBy>
  <cp:revision>112</cp:revision>
  <dcterms:created xsi:type="dcterms:W3CDTF">2021-07-06T10:02:22Z</dcterms:created>
  <dcterms:modified xsi:type="dcterms:W3CDTF">2026-09-28T09:18:59Z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2021-07-06T00:00:00Z</vt:filetime>
  </property>
  <property fmtid="{D5CDD505-2E9C-101B-9397-08002B2CF9AE}" pid="3" name="Creator">
    <vt:lpwstr>Adobe Illustrator 24.3 (Macintosh)</vt:lpwstr>
  </property>
  <property fmtid="{D5CDD505-2E9C-101B-9397-08002B2CF9AE}" pid="4" name="LastSaved">
    <vt:filetime>2021-07-06T00:00:00Z</vt:filetime>
  </property>
  <property fmtid="{D5CDD505-2E9C-101B-9397-08002B2CF9AE}" pid="5" name="ContentTypeId">
    <vt:lpwstr>0x0101001803D2EE88D9A04890BF2451F5C1CE45</vt:lpwstr>
  </property>
  <property fmtid="{D5CDD505-2E9C-101B-9397-08002B2CF9AE}" pid="6" name="Order">
    <vt:lpwstr>300.000000000000</vt:lpwstr>
  </property>
  <property fmtid="{D5CDD505-2E9C-101B-9397-08002B2CF9AE}" pid="7" name="xd_Signature">
    <vt:lpwstr/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