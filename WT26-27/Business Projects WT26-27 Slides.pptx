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Focused analysis of the allocated country</a:t>
            </a:r>
          </a:p>
          <a:p>
            <a:pPr lvl="0"/>
            <a:r>
              <a:rPr lang="en-GB" sz="1300" dirty="0"/>
              <a:t>Size, growth and demand drivers</a:t>
            </a:r>
          </a:p>
          <a:p>
            <a:pPr lvl="0"/>
            <a:r>
              <a:rPr lang="en-GB" sz="1300" dirty="0"/>
              <a:t>Value chain and industry structure (five forces)</a:t>
            </a:r>
          </a:p>
          <a:p>
            <a:pPr lvl="0"/>
            <a:r>
              <a:rPr lang="en-GB" sz="1300" dirty="0"/>
              <a:t>Rules of the game: import conditions, regulation</a:t>
            </a:r>
          </a:p>
          <a:p>
            <a:pPr lvl="0"/>
            <a:r>
              <a:rPr lang="en-GB" sz="1300" dirty="0"/>
              <a:t>Trends and outlook for premium coffee</a:t>
            </a:r>
          </a:p>
          <a:p>
            <a:pPr lvl="0"/>
            <a:r>
              <a:rPr lang="en-GB" sz="1300" dirty="0"/>
              <a:t>Online scan of brands and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PESTEL indicator search, data collection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data, first results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presentation, 16 Nov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