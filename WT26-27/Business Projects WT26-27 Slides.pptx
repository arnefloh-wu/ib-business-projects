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 (20 slides plus appendix);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Statistics from the allocated country</a:t>
            </a:r>
          </a:p>
          <a:p>
            <a:pPr lvl="0"/>
            <a:r>
              <a:rPr lang="en-GB" sz="1300" dirty="0"/>
              <a:t>Hotels and restaurants</a:t>
            </a:r>
          </a:p>
          <a:p>
            <a:pPr lvl="0"/>
            <a:r>
              <a:rPr lang="en-GB" sz="1300" dirty="0"/>
              <a:t>Cafes and coffee stores</a:t>
            </a:r>
          </a:p>
          <a:p>
            <a:pPr lvl="0"/>
            <a:r>
              <a:rPr lang="en-GB" sz="1300" dirty="0"/>
              <a:t>Private end customers</a:t>
            </a:r>
          </a:p>
          <a:p>
            <a:pPr lvl="0"/>
            <a:r>
              <a:rPr lang="en-GB" sz="1300" dirty="0"/>
              <a:t>Value chain, rules of the game</a:t>
            </a:r>
          </a:p>
          <a:p>
            <a:pPr lvl="0"/>
            <a:r>
              <a:rPr lang="en-GB" sz="1300" dirty="0"/>
              <a:t>Trends and online scan of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PESTEL indicator search, data collection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data, first results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presentation, 16 Nov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